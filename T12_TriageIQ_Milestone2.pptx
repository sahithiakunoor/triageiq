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4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5143500" cx="9144000"/>
  <p:notesSz cx="9144000" cy="51435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E7C8F39-FD13-4373-A043-48095EB0CFB1}">
  <a:tblStyle styleId="{CE7C8F39-FD13-4373-A043-48095EB0CFB1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9624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5180013" y="0"/>
            <a:ext cx="39624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028950" y="642938"/>
            <a:ext cx="3086100" cy="1736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4886325"/>
            <a:ext cx="39624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/>
              <a:t>‹#›</a:t>
            </a:fld>
            <a:endParaRPr sz="12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:notes"/>
          <p:cNvSpPr txBox="1"/>
          <p:nvPr>
            <p:ph idx="1" type="body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1:notes"/>
          <p:cNvSpPr/>
          <p:nvPr>
            <p:ph idx="2" type="sldImg"/>
          </p:nvPr>
        </p:nvSpPr>
        <p:spPr>
          <a:xfrm>
            <a:off x="3028950" y="642938"/>
            <a:ext cx="3086100" cy="1736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:notes"/>
          <p:cNvSpPr txBox="1"/>
          <p:nvPr>
            <p:ph idx="1" type="body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2:notes"/>
          <p:cNvSpPr/>
          <p:nvPr>
            <p:ph idx="2" type="sldImg"/>
          </p:nvPr>
        </p:nvSpPr>
        <p:spPr>
          <a:xfrm>
            <a:off x="3028950" y="642938"/>
            <a:ext cx="3086100" cy="1736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:notes"/>
          <p:cNvSpPr/>
          <p:nvPr>
            <p:ph idx="2" type="sldImg"/>
          </p:nvPr>
        </p:nvSpPr>
        <p:spPr>
          <a:xfrm>
            <a:off x="3028950" y="642938"/>
            <a:ext cx="3086100" cy="1736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3:notes"/>
          <p:cNvSpPr txBox="1"/>
          <p:nvPr>
            <p:ph idx="1" type="body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3:notes"/>
          <p:cNvSpPr txBox="1"/>
          <p:nvPr>
            <p:ph idx="12" type="sldNum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:notes"/>
          <p:cNvSpPr txBox="1"/>
          <p:nvPr>
            <p:ph idx="1" type="body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4:notes"/>
          <p:cNvSpPr/>
          <p:nvPr>
            <p:ph idx="2" type="sldImg"/>
          </p:nvPr>
        </p:nvSpPr>
        <p:spPr>
          <a:xfrm>
            <a:off x="3028950" y="642938"/>
            <a:ext cx="3086100" cy="1736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db76515f78_0_33:notes"/>
          <p:cNvSpPr/>
          <p:nvPr>
            <p:ph idx="2" type="sldImg"/>
          </p:nvPr>
        </p:nvSpPr>
        <p:spPr>
          <a:xfrm>
            <a:off x="3028950" y="642938"/>
            <a:ext cx="3086100" cy="1736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db76515f78_0_33:notes"/>
          <p:cNvSpPr txBox="1"/>
          <p:nvPr>
            <p:ph idx="1" type="body"/>
          </p:nvPr>
        </p:nvSpPr>
        <p:spPr>
          <a:xfrm>
            <a:off x="914400" y="2474913"/>
            <a:ext cx="7315200" cy="2025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g3db76515f78_0_33:notes"/>
          <p:cNvSpPr txBox="1"/>
          <p:nvPr>
            <p:ph idx="12" type="sldNum"/>
          </p:nvPr>
        </p:nvSpPr>
        <p:spPr>
          <a:xfrm>
            <a:off x="5180013" y="4886325"/>
            <a:ext cx="3962400" cy="2571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6:notes"/>
          <p:cNvSpPr txBox="1"/>
          <p:nvPr>
            <p:ph idx="1" type="body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6:notes"/>
          <p:cNvSpPr/>
          <p:nvPr>
            <p:ph idx="2" type="sldImg"/>
          </p:nvPr>
        </p:nvSpPr>
        <p:spPr>
          <a:xfrm>
            <a:off x="3028950" y="642938"/>
            <a:ext cx="3086100" cy="1736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:notes"/>
          <p:cNvSpPr txBox="1"/>
          <p:nvPr>
            <p:ph idx="1" type="body"/>
          </p:nvPr>
        </p:nvSpPr>
        <p:spPr>
          <a:xfrm>
            <a:off x="914400" y="2474913"/>
            <a:ext cx="7315200" cy="2025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5:notes"/>
          <p:cNvSpPr/>
          <p:nvPr>
            <p:ph idx="2" type="sldImg"/>
          </p:nvPr>
        </p:nvSpPr>
        <p:spPr>
          <a:xfrm>
            <a:off x="3028950" y="642938"/>
            <a:ext cx="3086100" cy="1736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db76515f78_13_103:notes"/>
          <p:cNvSpPr/>
          <p:nvPr>
            <p:ph idx="2" type="sldImg"/>
          </p:nvPr>
        </p:nvSpPr>
        <p:spPr>
          <a:xfrm>
            <a:off x="3028950" y="642938"/>
            <a:ext cx="3086100" cy="1736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db76515f78_13_103:notes"/>
          <p:cNvSpPr txBox="1"/>
          <p:nvPr>
            <p:ph idx="1" type="body"/>
          </p:nvPr>
        </p:nvSpPr>
        <p:spPr>
          <a:xfrm>
            <a:off x="914400" y="2474913"/>
            <a:ext cx="7315200" cy="2025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g3db76515f78_13_103:notes"/>
          <p:cNvSpPr txBox="1"/>
          <p:nvPr>
            <p:ph idx="12" type="sldNum"/>
          </p:nvPr>
        </p:nvSpPr>
        <p:spPr>
          <a:xfrm>
            <a:off x="5180013" y="4886325"/>
            <a:ext cx="3962400" cy="2571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title"/>
          </p:nvPr>
        </p:nvSpPr>
        <p:spPr>
          <a:xfrm>
            <a:off x="225425" y="69860"/>
            <a:ext cx="6346105" cy="866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body"/>
          </p:nvPr>
        </p:nvSpPr>
        <p:spPr>
          <a:xfrm>
            <a:off x="268837" y="1251024"/>
            <a:ext cx="8087359" cy="32086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225425" y="69860"/>
            <a:ext cx="6346105" cy="866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775856" y="1361540"/>
            <a:ext cx="3531235" cy="27451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>
                <a:solidFill>
                  <a:srgbClr val="420A1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2" type="body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 txBox="1"/>
          <p:nvPr>
            <p:ph type="title"/>
          </p:nvPr>
        </p:nvSpPr>
        <p:spPr>
          <a:xfrm>
            <a:off x="225425" y="69860"/>
            <a:ext cx="6346105" cy="866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/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" type="subTitle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225425" y="69860"/>
            <a:ext cx="6346105" cy="866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268837" y="1251024"/>
            <a:ext cx="8087359" cy="32086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3" name="Google Shape;13;p1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8"/>
          <p:cNvSpPr txBox="1"/>
          <p:nvPr>
            <p:ph type="title"/>
          </p:nvPr>
        </p:nvSpPr>
        <p:spPr>
          <a:xfrm>
            <a:off x="668750" y="1815375"/>
            <a:ext cx="75807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TriageIQ:</a:t>
            </a: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AI Powered Ticket Intelligence System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9" name="Google Shape;4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92500" y="410725"/>
            <a:ext cx="2002534" cy="977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8"/>
          <p:cNvSpPr txBox="1"/>
          <p:nvPr/>
        </p:nvSpPr>
        <p:spPr>
          <a:xfrm>
            <a:off x="5772250" y="2961298"/>
            <a:ext cx="2278500" cy="13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00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latin typeface="Times New Roman"/>
                <a:ea typeface="Times New Roman"/>
                <a:cs typeface="Times New Roman"/>
                <a:sym typeface="Times New Roman"/>
              </a:rPr>
              <a:t>Team 12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None/>
            </a:pPr>
            <a:r>
              <a:rPr lang="en-US" sz="1300">
                <a:latin typeface="Times New Roman"/>
                <a:ea typeface="Times New Roman"/>
                <a:cs typeface="Times New Roman"/>
                <a:sym typeface="Times New Roman"/>
              </a:rPr>
              <a:t>Aakanksha Govindaraju 2384001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None/>
            </a:pPr>
            <a:r>
              <a:rPr lang="en-US" sz="1300">
                <a:latin typeface="Times New Roman"/>
                <a:ea typeface="Times New Roman"/>
                <a:cs typeface="Times New Roman"/>
                <a:sym typeface="Times New Roman"/>
              </a:rPr>
              <a:t>Kiran Kulkarni 2330104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None/>
            </a:pPr>
            <a:r>
              <a:rPr lang="en-US" sz="1300">
                <a:latin typeface="Times New Roman"/>
                <a:ea typeface="Times New Roman"/>
                <a:cs typeface="Times New Roman"/>
                <a:sym typeface="Times New Roman"/>
              </a:rPr>
              <a:t>Gowtham Chowdam 2397801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219"/>
              </a:spcBef>
              <a:spcAft>
                <a:spcPts val="0"/>
              </a:spcAft>
              <a:buNone/>
            </a:pPr>
            <a:r>
              <a:rPr lang="en-US" sz="1300">
                <a:latin typeface="Times New Roman"/>
                <a:ea typeface="Times New Roman"/>
                <a:cs typeface="Times New Roman"/>
                <a:sym typeface="Times New Roman"/>
              </a:rPr>
              <a:t>Sahithi Akunoor 2447497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None/>
            </a:pPr>
            <a:r>
              <a:rPr lang="en-US" sz="1300">
                <a:latin typeface="Times New Roman"/>
                <a:ea typeface="Times New Roman"/>
                <a:cs typeface="Times New Roman"/>
                <a:sym typeface="Times New Roman"/>
              </a:rPr>
              <a:t>Yasasvi Nalla 2444910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62800" y="4175305"/>
            <a:ext cx="1191610" cy="693627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9"/>
          <p:cNvSpPr txBox="1"/>
          <p:nvPr>
            <p:ph type="title"/>
          </p:nvPr>
        </p:nvSpPr>
        <p:spPr>
          <a:xfrm>
            <a:off x="439868" y="848623"/>
            <a:ext cx="3183300" cy="4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Overview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57" name="Google Shape;57;p9"/>
          <p:cNvGrpSpPr/>
          <p:nvPr/>
        </p:nvGrpSpPr>
        <p:grpSpPr>
          <a:xfrm flipH="1" rot="10800000">
            <a:off x="439875" y="1261722"/>
            <a:ext cx="3985594" cy="45851"/>
            <a:chOff x="550708" y="1239152"/>
            <a:chExt cx="3183890" cy="36587"/>
          </a:xfrm>
        </p:grpSpPr>
        <p:sp>
          <p:nvSpPr>
            <p:cNvPr id="58" name="Google Shape;58;p9"/>
            <p:cNvSpPr/>
            <p:nvPr/>
          </p:nvSpPr>
          <p:spPr>
            <a:xfrm>
              <a:off x="551014" y="1239152"/>
              <a:ext cx="3183255" cy="35560"/>
            </a:xfrm>
            <a:custGeom>
              <a:rect b="b" l="l" r="r" t="t"/>
              <a:pathLst>
                <a:path extrusionOk="0" h="35559" w="3183254">
                  <a:moveTo>
                    <a:pt x="1941736" y="22141"/>
                  </a:moveTo>
                  <a:lnTo>
                    <a:pt x="1545110" y="22141"/>
                  </a:lnTo>
                  <a:lnTo>
                    <a:pt x="1584910" y="21235"/>
                  </a:lnTo>
                  <a:lnTo>
                    <a:pt x="1636105" y="18472"/>
                  </a:lnTo>
                  <a:lnTo>
                    <a:pt x="1731416" y="9396"/>
                  </a:lnTo>
                  <a:lnTo>
                    <a:pt x="1779324" y="5899"/>
                  </a:lnTo>
                  <a:lnTo>
                    <a:pt x="1829843" y="3257"/>
                  </a:lnTo>
                  <a:lnTo>
                    <a:pt x="1882268" y="1423"/>
                  </a:lnTo>
                  <a:lnTo>
                    <a:pt x="1937581" y="319"/>
                  </a:lnTo>
                  <a:lnTo>
                    <a:pt x="1990010" y="0"/>
                  </a:lnTo>
                  <a:lnTo>
                    <a:pt x="2043916" y="319"/>
                  </a:lnTo>
                  <a:lnTo>
                    <a:pt x="2096903" y="1264"/>
                  </a:lnTo>
                  <a:lnTo>
                    <a:pt x="2148266" y="2791"/>
                  </a:lnTo>
                  <a:lnTo>
                    <a:pt x="2195663" y="4783"/>
                  </a:lnTo>
                  <a:lnTo>
                    <a:pt x="2196059" y="4783"/>
                  </a:lnTo>
                  <a:lnTo>
                    <a:pt x="2243298" y="7404"/>
                  </a:lnTo>
                  <a:lnTo>
                    <a:pt x="2285555" y="10399"/>
                  </a:lnTo>
                  <a:lnTo>
                    <a:pt x="2353305" y="16261"/>
                  </a:lnTo>
                  <a:lnTo>
                    <a:pt x="2371355" y="17261"/>
                  </a:lnTo>
                  <a:lnTo>
                    <a:pt x="2136251" y="17261"/>
                  </a:lnTo>
                  <a:lnTo>
                    <a:pt x="2083979" y="17642"/>
                  </a:lnTo>
                  <a:lnTo>
                    <a:pt x="2020227" y="18939"/>
                  </a:lnTo>
                  <a:lnTo>
                    <a:pt x="2024199" y="18939"/>
                  </a:lnTo>
                  <a:lnTo>
                    <a:pt x="1981328" y="20386"/>
                  </a:lnTo>
                  <a:lnTo>
                    <a:pt x="1978963" y="20386"/>
                  </a:lnTo>
                  <a:lnTo>
                    <a:pt x="1941736" y="22141"/>
                  </a:lnTo>
                  <a:close/>
                </a:path>
                <a:path extrusionOk="0" h="35559" w="3183254">
                  <a:moveTo>
                    <a:pt x="0" y="27509"/>
                  </a:moveTo>
                  <a:lnTo>
                    <a:pt x="0" y="13793"/>
                  </a:lnTo>
                  <a:lnTo>
                    <a:pt x="125741" y="6751"/>
                  </a:lnTo>
                  <a:lnTo>
                    <a:pt x="236075" y="1964"/>
                  </a:lnTo>
                  <a:lnTo>
                    <a:pt x="287022" y="651"/>
                  </a:lnTo>
                  <a:lnTo>
                    <a:pt x="335987" y="182"/>
                  </a:lnTo>
                  <a:lnTo>
                    <a:pt x="383410" y="651"/>
                  </a:lnTo>
                  <a:lnTo>
                    <a:pt x="430462" y="2155"/>
                  </a:lnTo>
                  <a:lnTo>
                    <a:pt x="477218" y="4783"/>
                  </a:lnTo>
                  <a:lnTo>
                    <a:pt x="524484" y="8631"/>
                  </a:lnTo>
                  <a:lnTo>
                    <a:pt x="619559" y="18472"/>
                  </a:lnTo>
                  <a:lnTo>
                    <a:pt x="618373" y="18472"/>
                  </a:lnTo>
                  <a:lnTo>
                    <a:pt x="668730" y="21772"/>
                  </a:lnTo>
                  <a:lnTo>
                    <a:pt x="667379" y="21772"/>
                  </a:lnTo>
                  <a:lnTo>
                    <a:pt x="677841" y="22141"/>
                  </a:lnTo>
                  <a:lnTo>
                    <a:pt x="70643" y="22141"/>
                  </a:lnTo>
                  <a:lnTo>
                    <a:pt x="28449" y="24048"/>
                  </a:lnTo>
                  <a:lnTo>
                    <a:pt x="32384" y="24048"/>
                  </a:lnTo>
                  <a:lnTo>
                    <a:pt x="0" y="27509"/>
                  </a:lnTo>
                  <a:close/>
                </a:path>
                <a:path extrusionOk="0" h="35559" w="3183254">
                  <a:moveTo>
                    <a:pt x="1371977" y="19489"/>
                  </a:moveTo>
                  <a:lnTo>
                    <a:pt x="939312" y="19489"/>
                  </a:lnTo>
                  <a:lnTo>
                    <a:pt x="1062151" y="14973"/>
                  </a:lnTo>
                  <a:lnTo>
                    <a:pt x="1113941" y="13793"/>
                  </a:lnTo>
                  <a:lnTo>
                    <a:pt x="1166367" y="13571"/>
                  </a:lnTo>
                  <a:lnTo>
                    <a:pt x="1218927" y="14374"/>
                  </a:lnTo>
                  <a:lnTo>
                    <a:pt x="1371977" y="19489"/>
                  </a:lnTo>
                  <a:close/>
                </a:path>
                <a:path extrusionOk="0" h="35559" w="3183254">
                  <a:moveTo>
                    <a:pt x="3182690" y="27509"/>
                  </a:moveTo>
                  <a:lnTo>
                    <a:pt x="3144923" y="23271"/>
                  </a:lnTo>
                  <a:lnTo>
                    <a:pt x="3102401" y="20386"/>
                  </a:lnTo>
                  <a:lnTo>
                    <a:pt x="3100749" y="20386"/>
                  </a:lnTo>
                  <a:lnTo>
                    <a:pt x="3058914" y="18939"/>
                  </a:lnTo>
                  <a:lnTo>
                    <a:pt x="3007222" y="18472"/>
                  </a:lnTo>
                  <a:lnTo>
                    <a:pt x="2925511" y="18472"/>
                  </a:lnTo>
                  <a:lnTo>
                    <a:pt x="3182690" y="13793"/>
                  </a:lnTo>
                  <a:lnTo>
                    <a:pt x="3183037" y="15874"/>
                  </a:lnTo>
                  <a:lnTo>
                    <a:pt x="3182915" y="26050"/>
                  </a:lnTo>
                  <a:lnTo>
                    <a:pt x="3182839" y="26546"/>
                  </a:lnTo>
                  <a:lnTo>
                    <a:pt x="3182785" y="26892"/>
                  </a:lnTo>
                  <a:lnTo>
                    <a:pt x="3182690" y="27509"/>
                  </a:lnTo>
                  <a:close/>
                </a:path>
                <a:path extrusionOk="0" h="35559" w="3183254">
                  <a:moveTo>
                    <a:pt x="2485281" y="21055"/>
                  </a:moveTo>
                  <a:lnTo>
                    <a:pt x="2329676" y="21055"/>
                  </a:lnTo>
                  <a:lnTo>
                    <a:pt x="2228788" y="18221"/>
                  </a:lnTo>
                  <a:lnTo>
                    <a:pt x="2183156" y="17510"/>
                  </a:lnTo>
                  <a:lnTo>
                    <a:pt x="2132604" y="17261"/>
                  </a:lnTo>
                  <a:lnTo>
                    <a:pt x="2371355" y="17261"/>
                  </a:lnTo>
                  <a:lnTo>
                    <a:pt x="2388683" y="18221"/>
                  </a:lnTo>
                  <a:lnTo>
                    <a:pt x="2434000" y="19899"/>
                  </a:lnTo>
                  <a:lnTo>
                    <a:pt x="2436807" y="19899"/>
                  </a:lnTo>
                  <a:lnTo>
                    <a:pt x="2485281" y="21055"/>
                  </a:lnTo>
                  <a:close/>
                </a:path>
                <a:path extrusionOk="0" h="35559" w="3183254">
                  <a:moveTo>
                    <a:pt x="2854997" y="21772"/>
                  </a:moveTo>
                  <a:lnTo>
                    <a:pt x="2630724" y="21772"/>
                  </a:lnTo>
                  <a:lnTo>
                    <a:pt x="2707008" y="21428"/>
                  </a:lnTo>
                  <a:lnTo>
                    <a:pt x="2695957" y="21428"/>
                  </a:lnTo>
                  <a:lnTo>
                    <a:pt x="2863082" y="19489"/>
                  </a:lnTo>
                  <a:lnTo>
                    <a:pt x="2862385" y="19489"/>
                  </a:lnTo>
                  <a:lnTo>
                    <a:pt x="2926400" y="18472"/>
                  </a:lnTo>
                  <a:lnTo>
                    <a:pt x="3023652" y="18472"/>
                  </a:lnTo>
                  <a:lnTo>
                    <a:pt x="2966696" y="18939"/>
                  </a:lnTo>
                  <a:lnTo>
                    <a:pt x="2920322" y="19899"/>
                  </a:lnTo>
                  <a:lnTo>
                    <a:pt x="2919399" y="19899"/>
                  </a:lnTo>
                  <a:lnTo>
                    <a:pt x="2854997" y="21772"/>
                  </a:lnTo>
                  <a:close/>
                </a:path>
                <a:path extrusionOk="0" h="35559" w="3183254">
                  <a:moveTo>
                    <a:pt x="825364" y="23271"/>
                  </a:moveTo>
                  <a:lnTo>
                    <a:pt x="709894" y="23271"/>
                  </a:lnTo>
                  <a:lnTo>
                    <a:pt x="693868" y="22706"/>
                  </a:lnTo>
                  <a:lnTo>
                    <a:pt x="736173" y="21055"/>
                  </a:lnTo>
                  <a:lnTo>
                    <a:pt x="731441" y="21055"/>
                  </a:lnTo>
                  <a:lnTo>
                    <a:pt x="805041" y="19489"/>
                  </a:lnTo>
                  <a:lnTo>
                    <a:pt x="864816" y="19192"/>
                  </a:lnTo>
                  <a:lnTo>
                    <a:pt x="939312" y="19489"/>
                  </a:lnTo>
                  <a:lnTo>
                    <a:pt x="916756" y="20386"/>
                  </a:lnTo>
                  <a:lnTo>
                    <a:pt x="917339" y="20386"/>
                  </a:lnTo>
                  <a:lnTo>
                    <a:pt x="867750" y="22141"/>
                  </a:lnTo>
                  <a:lnTo>
                    <a:pt x="869439" y="22141"/>
                  </a:lnTo>
                  <a:lnTo>
                    <a:pt x="825364" y="23271"/>
                  </a:lnTo>
                  <a:close/>
                </a:path>
                <a:path extrusionOk="0" h="35559" w="3183254">
                  <a:moveTo>
                    <a:pt x="1236560" y="29258"/>
                  </a:moveTo>
                  <a:lnTo>
                    <a:pt x="1196011" y="28713"/>
                  </a:lnTo>
                  <a:lnTo>
                    <a:pt x="1197693" y="28713"/>
                  </a:lnTo>
                  <a:lnTo>
                    <a:pt x="1155736" y="27509"/>
                  </a:lnTo>
                  <a:lnTo>
                    <a:pt x="1156584" y="27509"/>
                  </a:lnTo>
                  <a:lnTo>
                    <a:pt x="1031033" y="22706"/>
                  </a:lnTo>
                  <a:lnTo>
                    <a:pt x="1032218" y="22706"/>
                  </a:lnTo>
                  <a:lnTo>
                    <a:pt x="979691" y="21055"/>
                  </a:lnTo>
                  <a:lnTo>
                    <a:pt x="981883" y="21055"/>
                  </a:lnTo>
                  <a:lnTo>
                    <a:pt x="928995" y="19899"/>
                  </a:lnTo>
                  <a:lnTo>
                    <a:pt x="895916" y="19489"/>
                  </a:lnTo>
                  <a:lnTo>
                    <a:pt x="1371169" y="19489"/>
                  </a:lnTo>
                  <a:lnTo>
                    <a:pt x="1427206" y="21235"/>
                  </a:lnTo>
                  <a:lnTo>
                    <a:pt x="1426062" y="21235"/>
                  </a:lnTo>
                  <a:lnTo>
                    <a:pt x="1472204" y="22141"/>
                  </a:lnTo>
                  <a:lnTo>
                    <a:pt x="1941736" y="22141"/>
                  </a:lnTo>
                  <a:lnTo>
                    <a:pt x="1917755" y="23271"/>
                  </a:lnTo>
                  <a:lnTo>
                    <a:pt x="1916455" y="23271"/>
                  </a:lnTo>
                  <a:lnTo>
                    <a:pt x="1874218" y="25810"/>
                  </a:lnTo>
                  <a:lnTo>
                    <a:pt x="1345800" y="25810"/>
                  </a:lnTo>
                  <a:lnTo>
                    <a:pt x="1271757" y="28913"/>
                  </a:lnTo>
                  <a:lnTo>
                    <a:pt x="1236560" y="29258"/>
                  </a:lnTo>
                  <a:close/>
                </a:path>
                <a:path extrusionOk="0" h="35559" w="3183254">
                  <a:moveTo>
                    <a:pt x="2599306" y="27855"/>
                  </a:moveTo>
                  <a:lnTo>
                    <a:pt x="2546152" y="27509"/>
                  </a:lnTo>
                  <a:lnTo>
                    <a:pt x="2414690" y="24048"/>
                  </a:lnTo>
                  <a:lnTo>
                    <a:pt x="2414171" y="24048"/>
                  </a:lnTo>
                  <a:lnTo>
                    <a:pt x="2328568" y="21055"/>
                  </a:lnTo>
                  <a:lnTo>
                    <a:pt x="2493659" y="21055"/>
                  </a:lnTo>
                  <a:lnTo>
                    <a:pt x="2520374" y="21428"/>
                  </a:lnTo>
                  <a:lnTo>
                    <a:pt x="2518752" y="21428"/>
                  </a:lnTo>
                  <a:lnTo>
                    <a:pt x="2854997" y="21772"/>
                  </a:lnTo>
                  <a:lnTo>
                    <a:pt x="2706703" y="26291"/>
                  </a:lnTo>
                  <a:lnTo>
                    <a:pt x="2652929" y="27380"/>
                  </a:lnTo>
                  <a:lnTo>
                    <a:pt x="2599306" y="27855"/>
                  </a:lnTo>
                  <a:close/>
                </a:path>
                <a:path extrusionOk="0" h="35559" w="3183254">
                  <a:moveTo>
                    <a:pt x="387844" y="34296"/>
                  </a:moveTo>
                  <a:lnTo>
                    <a:pt x="329519" y="33176"/>
                  </a:lnTo>
                  <a:lnTo>
                    <a:pt x="276854" y="31109"/>
                  </a:lnTo>
                  <a:lnTo>
                    <a:pt x="183645" y="25810"/>
                  </a:lnTo>
                  <a:lnTo>
                    <a:pt x="151669" y="24048"/>
                  </a:lnTo>
                  <a:lnTo>
                    <a:pt x="155034" y="24048"/>
                  </a:lnTo>
                  <a:lnTo>
                    <a:pt x="103512" y="22141"/>
                  </a:lnTo>
                  <a:lnTo>
                    <a:pt x="677841" y="22141"/>
                  </a:lnTo>
                  <a:lnTo>
                    <a:pt x="693868" y="22706"/>
                  </a:lnTo>
                  <a:lnTo>
                    <a:pt x="679383" y="23271"/>
                  </a:lnTo>
                  <a:lnTo>
                    <a:pt x="677997" y="23271"/>
                  </a:lnTo>
                  <a:lnTo>
                    <a:pt x="524646" y="31907"/>
                  </a:lnTo>
                  <a:lnTo>
                    <a:pt x="452622" y="34021"/>
                  </a:lnTo>
                  <a:lnTo>
                    <a:pt x="387844" y="34296"/>
                  </a:lnTo>
                  <a:close/>
                </a:path>
                <a:path extrusionOk="0" h="35559" w="3183254">
                  <a:moveTo>
                    <a:pt x="766695" y="24048"/>
                  </a:moveTo>
                  <a:lnTo>
                    <a:pt x="687425" y="23271"/>
                  </a:lnTo>
                  <a:lnTo>
                    <a:pt x="840328" y="23271"/>
                  </a:lnTo>
                  <a:lnTo>
                    <a:pt x="766695" y="24048"/>
                  </a:lnTo>
                  <a:close/>
                </a:path>
                <a:path extrusionOk="0" h="35559" w="3183254">
                  <a:moveTo>
                    <a:pt x="1633754" y="35135"/>
                  </a:moveTo>
                  <a:lnTo>
                    <a:pt x="1579137" y="34465"/>
                  </a:lnTo>
                  <a:lnTo>
                    <a:pt x="1580059" y="34465"/>
                  </a:lnTo>
                  <a:lnTo>
                    <a:pt x="1533795" y="32921"/>
                  </a:lnTo>
                  <a:lnTo>
                    <a:pt x="1416972" y="26892"/>
                  </a:lnTo>
                  <a:lnTo>
                    <a:pt x="1381031" y="25810"/>
                  </a:lnTo>
                  <a:lnTo>
                    <a:pt x="1874218" y="25810"/>
                  </a:lnTo>
                  <a:lnTo>
                    <a:pt x="1764979" y="32060"/>
                  </a:lnTo>
                  <a:lnTo>
                    <a:pt x="1694729" y="34465"/>
                  </a:lnTo>
                  <a:lnTo>
                    <a:pt x="1633754" y="35135"/>
                  </a:lnTo>
                  <a:close/>
                </a:path>
              </a:pathLst>
            </a:custGeom>
            <a:solidFill>
              <a:srgbClr val="C0504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53"/>
            </a:p>
          </p:txBody>
        </p:sp>
        <p:sp>
          <p:nvSpPr>
            <p:cNvPr id="59" name="Google Shape;59;p9"/>
            <p:cNvSpPr/>
            <p:nvPr/>
          </p:nvSpPr>
          <p:spPr>
            <a:xfrm>
              <a:off x="550708" y="1245894"/>
              <a:ext cx="3183890" cy="29845"/>
            </a:xfrm>
            <a:custGeom>
              <a:rect b="b" l="l" r="r" t="t"/>
              <a:pathLst>
                <a:path extrusionOk="0" h="29844" w="3183890">
                  <a:moveTo>
                    <a:pt x="305" y="7051"/>
                  </a:moveTo>
                  <a:lnTo>
                    <a:pt x="57166" y="10801"/>
                  </a:lnTo>
                  <a:lnTo>
                    <a:pt x="111015" y="13223"/>
                  </a:lnTo>
                  <a:lnTo>
                    <a:pt x="162314" y="14507"/>
                  </a:lnTo>
                  <a:lnTo>
                    <a:pt x="211527" y="14847"/>
                  </a:lnTo>
                  <a:lnTo>
                    <a:pt x="259115" y="14434"/>
                  </a:lnTo>
                  <a:lnTo>
                    <a:pt x="305542" y="13459"/>
                  </a:lnTo>
                  <a:lnTo>
                    <a:pt x="351270" y="12116"/>
                  </a:lnTo>
                  <a:lnTo>
                    <a:pt x="396760" y="10595"/>
                  </a:lnTo>
                  <a:lnTo>
                    <a:pt x="442476" y="9089"/>
                  </a:lnTo>
                  <a:lnTo>
                    <a:pt x="488880" y="7789"/>
                  </a:lnTo>
                  <a:lnTo>
                    <a:pt x="536434" y="6889"/>
                  </a:lnTo>
                  <a:lnTo>
                    <a:pt x="585601" y="6578"/>
                  </a:lnTo>
                  <a:lnTo>
                    <a:pt x="636843" y="7051"/>
                  </a:lnTo>
                  <a:lnTo>
                    <a:pt x="687986" y="7883"/>
                  </a:lnTo>
                  <a:lnTo>
                    <a:pt x="736888" y="8535"/>
                  </a:lnTo>
                  <a:lnTo>
                    <a:pt x="784060" y="9016"/>
                  </a:lnTo>
                  <a:lnTo>
                    <a:pt x="830015" y="9339"/>
                  </a:lnTo>
                  <a:lnTo>
                    <a:pt x="875266" y="9515"/>
                  </a:lnTo>
                  <a:lnTo>
                    <a:pt x="920325" y="9557"/>
                  </a:lnTo>
                  <a:lnTo>
                    <a:pt x="965703" y="9475"/>
                  </a:lnTo>
                  <a:lnTo>
                    <a:pt x="1011914" y="9282"/>
                  </a:lnTo>
                  <a:lnTo>
                    <a:pt x="1059469" y="8988"/>
                  </a:lnTo>
                  <a:lnTo>
                    <a:pt x="1108881" y="8607"/>
                  </a:lnTo>
                  <a:lnTo>
                    <a:pt x="1160663" y="8149"/>
                  </a:lnTo>
                  <a:lnTo>
                    <a:pt x="1215325" y="7627"/>
                  </a:lnTo>
                  <a:lnTo>
                    <a:pt x="1273381" y="7051"/>
                  </a:lnTo>
                  <a:lnTo>
                    <a:pt x="1331684" y="6334"/>
                  </a:lnTo>
                  <a:lnTo>
                    <a:pt x="1387002" y="5435"/>
                  </a:lnTo>
                  <a:lnTo>
                    <a:pt x="1439726" y="4436"/>
                  </a:lnTo>
                  <a:lnTo>
                    <a:pt x="1490245" y="3420"/>
                  </a:lnTo>
                  <a:lnTo>
                    <a:pt x="1538948" y="2468"/>
                  </a:lnTo>
                  <a:lnTo>
                    <a:pt x="1586225" y="1663"/>
                  </a:lnTo>
                  <a:lnTo>
                    <a:pt x="1632464" y="1088"/>
                  </a:lnTo>
                  <a:lnTo>
                    <a:pt x="1678055" y="824"/>
                  </a:lnTo>
                  <a:lnTo>
                    <a:pt x="1723388" y="953"/>
                  </a:lnTo>
                  <a:lnTo>
                    <a:pt x="1768852" y="1558"/>
                  </a:lnTo>
                  <a:lnTo>
                    <a:pt x="1814836" y="2721"/>
                  </a:lnTo>
                  <a:lnTo>
                    <a:pt x="1861729" y="4525"/>
                  </a:lnTo>
                  <a:lnTo>
                    <a:pt x="1909920" y="7051"/>
                  </a:lnTo>
                  <a:lnTo>
                    <a:pt x="1965030" y="9584"/>
                  </a:lnTo>
                  <a:lnTo>
                    <a:pt x="2015506" y="10533"/>
                  </a:lnTo>
                  <a:lnTo>
                    <a:pt x="2062691" y="10258"/>
                  </a:lnTo>
                  <a:lnTo>
                    <a:pt x="2107926" y="9117"/>
                  </a:lnTo>
                  <a:lnTo>
                    <a:pt x="2152556" y="7470"/>
                  </a:lnTo>
                  <a:lnTo>
                    <a:pt x="2197923" y="5675"/>
                  </a:lnTo>
                  <a:lnTo>
                    <a:pt x="2245369" y="4091"/>
                  </a:lnTo>
                  <a:lnTo>
                    <a:pt x="2296237" y="3078"/>
                  </a:lnTo>
                  <a:lnTo>
                    <a:pt x="2351871" y="2994"/>
                  </a:lnTo>
                  <a:lnTo>
                    <a:pt x="2413612" y="4199"/>
                  </a:lnTo>
                  <a:lnTo>
                    <a:pt x="2482804" y="7051"/>
                  </a:lnTo>
                  <a:lnTo>
                    <a:pt x="2540177" y="9315"/>
                  </a:lnTo>
                  <a:lnTo>
                    <a:pt x="2596921" y="10301"/>
                  </a:lnTo>
                  <a:lnTo>
                    <a:pt x="2652913" y="10240"/>
                  </a:lnTo>
                  <a:lnTo>
                    <a:pt x="2708024" y="9365"/>
                  </a:lnTo>
                  <a:lnTo>
                    <a:pt x="2762129" y="7908"/>
                  </a:lnTo>
                  <a:lnTo>
                    <a:pt x="2815103" y="6104"/>
                  </a:lnTo>
                  <a:lnTo>
                    <a:pt x="2866818" y="4183"/>
                  </a:lnTo>
                  <a:lnTo>
                    <a:pt x="2917148" y="2380"/>
                  </a:lnTo>
                  <a:lnTo>
                    <a:pt x="2965969" y="926"/>
                  </a:lnTo>
                  <a:lnTo>
                    <a:pt x="3013152" y="55"/>
                  </a:lnTo>
                  <a:lnTo>
                    <a:pt x="3058573" y="0"/>
                  </a:lnTo>
                  <a:lnTo>
                    <a:pt x="3102105" y="992"/>
                  </a:lnTo>
                  <a:lnTo>
                    <a:pt x="3143621" y="3264"/>
                  </a:lnTo>
                  <a:lnTo>
                    <a:pt x="3182996" y="7051"/>
                  </a:lnTo>
                  <a:lnTo>
                    <a:pt x="3183438" y="10438"/>
                  </a:lnTo>
                  <a:lnTo>
                    <a:pt x="3182169" y="16250"/>
                  </a:lnTo>
                  <a:lnTo>
                    <a:pt x="3182996" y="20767"/>
                  </a:lnTo>
                  <a:lnTo>
                    <a:pt x="3122533" y="20575"/>
                  </a:lnTo>
                  <a:lnTo>
                    <a:pt x="3068602" y="20611"/>
                  </a:lnTo>
                  <a:lnTo>
                    <a:pt x="3019583" y="20813"/>
                  </a:lnTo>
                  <a:lnTo>
                    <a:pt x="2973859" y="21116"/>
                  </a:lnTo>
                  <a:lnTo>
                    <a:pt x="2929812" y="21458"/>
                  </a:lnTo>
                  <a:lnTo>
                    <a:pt x="2885823" y="21775"/>
                  </a:lnTo>
                  <a:lnTo>
                    <a:pt x="2840274" y="22004"/>
                  </a:lnTo>
                  <a:lnTo>
                    <a:pt x="2791546" y="22081"/>
                  </a:lnTo>
                  <a:lnTo>
                    <a:pt x="2738023" y="21942"/>
                  </a:lnTo>
                  <a:lnTo>
                    <a:pt x="2678084" y="21526"/>
                  </a:lnTo>
                  <a:lnTo>
                    <a:pt x="2610112" y="20767"/>
                  </a:lnTo>
                  <a:lnTo>
                    <a:pt x="2543486" y="20208"/>
                  </a:lnTo>
                  <a:lnTo>
                    <a:pt x="2487151" y="20312"/>
                  </a:lnTo>
                  <a:lnTo>
                    <a:pt x="2438839" y="20894"/>
                  </a:lnTo>
                  <a:lnTo>
                    <a:pt x="2396282" y="21771"/>
                  </a:lnTo>
                  <a:lnTo>
                    <a:pt x="2357214" y="22760"/>
                  </a:lnTo>
                  <a:lnTo>
                    <a:pt x="2319365" y="23678"/>
                  </a:lnTo>
                  <a:lnTo>
                    <a:pt x="2280469" y="24340"/>
                  </a:lnTo>
                  <a:lnTo>
                    <a:pt x="2238257" y="24563"/>
                  </a:lnTo>
                  <a:lnTo>
                    <a:pt x="2190463" y="24165"/>
                  </a:lnTo>
                  <a:lnTo>
                    <a:pt x="2134818" y="22960"/>
                  </a:lnTo>
                  <a:lnTo>
                    <a:pt x="2069054" y="20767"/>
                  </a:lnTo>
                  <a:lnTo>
                    <a:pt x="2011341" y="19138"/>
                  </a:lnTo>
                  <a:lnTo>
                    <a:pt x="1958681" y="18733"/>
                  </a:lnTo>
                  <a:lnTo>
                    <a:pt x="1910093" y="19292"/>
                  </a:lnTo>
                  <a:lnTo>
                    <a:pt x="1864597" y="20554"/>
                  </a:lnTo>
                  <a:lnTo>
                    <a:pt x="1821213" y="22261"/>
                  </a:lnTo>
                  <a:lnTo>
                    <a:pt x="1778960" y="24152"/>
                  </a:lnTo>
                  <a:lnTo>
                    <a:pt x="1736858" y="25969"/>
                  </a:lnTo>
                  <a:lnTo>
                    <a:pt x="1693926" y="27452"/>
                  </a:lnTo>
                  <a:lnTo>
                    <a:pt x="1649185" y="28341"/>
                  </a:lnTo>
                  <a:lnTo>
                    <a:pt x="1601654" y="28376"/>
                  </a:lnTo>
                  <a:lnTo>
                    <a:pt x="1550352" y="27299"/>
                  </a:lnTo>
                  <a:lnTo>
                    <a:pt x="1494300" y="24849"/>
                  </a:lnTo>
                  <a:lnTo>
                    <a:pt x="1432516" y="20767"/>
                  </a:lnTo>
                  <a:lnTo>
                    <a:pt x="1358493" y="15652"/>
                  </a:lnTo>
                  <a:lnTo>
                    <a:pt x="1289795" y="11995"/>
                  </a:lnTo>
                  <a:lnTo>
                    <a:pt x="1226109" y="9649"/>
                  </a:lnTo>
                  <a:lnTo>
                    <a:pt x="1167124" y="8471"/>
                  </a:lnTo>
                  <a:lnTo>
                    <a:pt x="1112528" y="8316"/>
                  </a:lnTo>
                  <a:lnTo>
                    <a:pt x="1062008" y="9039"/>
                  </a:lnTo>
                  <a:lnTo>
                    <a:pt x="1015253" y="10496"/>
                  </a:lnTo>
                  <a:lnTo>
                    <a:pt x="971949" y="12542"/>
                  </a:lnTo>
                  <a:lnTo>
                    <a:pt x="931786" y="15032"/>
                  </a:lnTo>
                  <a:lnTo>
                    <a:pt x="859632" y="20767"/>
                  </a:lnTo>
                  <a:lnTo>
                    <a:pt x="834250" y="22596"/>
                  </a:lnTo>
                  <a:lnTo>
                    <a:pt x="764031" y="25660"/>
                  </a:lnTo>
                  <a:lnTo>
                    <a:pt x="720626" y="26882"/>
                  </a:lnTo>
                  <a:lnTo>
                    <a:pt x="672645" y="27889"/>
                  </a:lnTo>
                  <a:lnTo>
                    <a:pt x="620802" y="28674"/>
                  </a:lnTo>
                  <a:lnTo>
                    <a:pt x="565814" y="29230"/>
                  </a:lnTo>
                  <a:lnTo>
                    <a:pt x="508395" y="29551"/>
                  </a:lnTo>
                  <a:lnTo>
                    <a:pt x="449262" y="29631"/>
                  </a:lnTo>
                  <a:lnTo>
                    <a:pt x="389129" y="29461"/>
                  </a:lnTo>
                  <a:lnTo>
                    <a:pt x="328712" y="29037"/>
                  </a:lnTo>
                  <a:lnTo>
                    <a:pt x="268726" y="28351"/>
                  </a:lnTo>
                  <a:lnTo>
                    <a:pt x="209887" y="27397"/>
                  </a:lnTo>
                  <a:lnTo>
                    <a:pt x="152910" y="26168"/>
                  </a:lnTo>
                  <a:lnTo>
                    <a:pt x="98511" y="24658"/>
                  </a:lnTo>
                  <a:lnTo>
                    <a:pt x="47404" y="22860"/>
                  </a:lnTo>
                  <a:lnTo>
                    <a:pt x="305" y="20767"/>
                  </a:lnTo>
                  <a:lnTo>
                    <a:pt x="0" y="15658"/>
                  </a:lnTo>
                  <a:lnTo>
                    <a:pt x="790" y="10317"/>
                  </a:lnTo>
                  <a:lnTo>
                    <a:pt x="305" y="7051"/>
                  </a:lnTo>
                  <a:close/>
                </a:path>
              </a:pathLst>
            </a:custGeom>
            <a:noFill/>
            <a:ln cap="flat" cmpd="sng" w="51650">
              <a:solidFill>
                <a:srgbClr val="C050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53"/>
            </a:p>
          </p:txBody>
        </p:sp>
      </p:grpSp>
      <p:sp>
        <p:nvSpPr>
          <p:cNvPr id="60" name="Google Shape;60;p9"/>
          <p:cNvSpPr/>
          <p:nvPr/>
        </p:nvSpPr>
        <p:spPr>
          <a:xfrm>
            <a:off x="143625" y="1374350"/>
            <a:ext cx="5118600" cy="310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Large-scale systems generate </a:t>
            </a:r>
            <a:r>
              <a:rPr b="1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 volumes of tickets</a:t>
            </a: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→ manual triage is slow &amp; inconsistent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Critical issues </a:t>
            </a:r>
            <a:r>
              <a:rPr b="1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risk misclassification and SLA delays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introduce </a:t>
            </a:r>
            <a:r>
              <a:rPr b="1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TriageIQ</a:t>
            </a: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an end-to-end system that combines: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Machine learning for prediction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Retrieval for context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Generative AI for assistance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Designed with a </a:t>
            </a:r>
            <a:r>
              <a:rPr b="1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human-in-the-loop approach</a:t>
            </a: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ensure reliability and real-world usability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1" name="Google Shape;61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49325" y="1374350"/>
            <a:ext cx="3592201" cy="2394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type="title"/>
          </p:nvPr>
        </p:nvSpPr>
        <p:spPr>
          <a:xfrm>
            <a:off x="761275" y="148525"/>
            <a:ext cx="4327200" cy="4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AI Tech Stack — TriageIQ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8" name="Google Shape;68;p10"/>
          <p:cNvSpPr txBox="1"/>
          <p:nvPr/>
        </p:nvSpPr>
        <p:spPr>
          <a:xfrm>
            <a:off x="500000" y="4793500"/>
            <a:ext cx="1200000" cy="3000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★ Implemented</a:t>
            </a:r>
            <a:endParaRPr/>
          </a:p>
        </p:txBody>
      </p:sp>
      <p:sp>
        <p:nvSpPr>
          <p:cNvPr id="69" name="Google Shape;69;p10"/>
          <p:cNvSpPr txBox="1"/>
          <p:nvPr/>
        </p:nvSpPr>
        <p:spPr>
          <a:xfrm>
            <a:off x="1828800" y="4796552"/>
            <a:ext cx="1200000" cy="30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Ideal Stack</a:t>
            </a:r>
            <a:endParaRPr/>
          </a:p>
        </p:txBody>
      </p:sp>
      <p:pic>
        <p:nvPicPr>
          <p:cNvPr id="70" name="Google Shape;7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1500" y="868175"/>
            <a:ext cx="8131133" cy="37887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grpSp>
        <p:nvGrpSpPr>
          <p:cNvPr id="71" name="Google Shape;71;p10"/>
          <p:cNvGrpSpPr/>
          <p:nvPr/>
        </p:nvGrpSpPr>
        <p:grpSpPr>
          <a:xfrm flipH="1" rot="10800000">
            <a:off x="761275" y="528848"/>
            <a:ext cx="3985594" cy="45850"/>
            <a:chOff x="550708" y="1239152"/>
            <a:chExt cx="3183890" cy="36586"/>
          </a:xfrm>
        </p:grpSpPr>
        <p:sp>
          <p:nvSpPr>
            <p:cNvPr id="72" name="Google Shape;72;p10"/>
            <p:cNvSpPr/>
            <p:nvPr/>
          </p:nvSpPr>
          <p:spPr>
            <a:xfrm>
              <a:off x="551014" y="1239152"/>
              <a:ext cx="3183254" cy="35559"/>
            </a:xfrm>
            <a:custGeom>
              <a:rect b="b" l="l" r="r" t="t"/>
              <a:pathLst>
                <a:path extrusionOk="0" h="35559" w="3183254">
                  <a:moveTo>
                    <a:pt x="1941736" y="22141"/>
                  </a:moveTo>
                  <a:lnTo>
                    <a:pt x="1545110" y="22141"/>
                  </a:lnTo>
                  <a:lnTo>
                    <a:pt x="1584910" y="21235"/>
                  </a:lnTo>
                  <a:lnTo>
                    <a:pt x="1636105" y="18472"/>
                  </a:lnTo>
                  <a:lnTo>
                    <a:pt x="1731416" y="9396"/>
                  </a:lnTo>
                  <a:lnTo>
                    <a:pt x="1779324" y="5899"/>
                  </a:lnTo>
                  <a:lnTo>
                    <a:pt x="1829843" y="3257"/>
                  </a:lnTo>
                  <a:lnTo>
                    <a:pt x="1882268" y="1423"/>
                  </a:lnTo>
                  <a:lnTo>
                    <a:pt x="1937581" y="319"/>
                  </a:lnTo>
                  <a:lnTo>
                    <a:pt x="1990010" y="0"/>
                  </a:lnTo>
                  <a:lnTo>
                    <a:pt x="2043916" y="319"/>
                  </a:lnTo>
                  <a:lnTo>
                    <a:pt x="2096903" y="1264"/>
                  </a:lnTo>
                  <a:lnTo>
                    <a:pt x="2148266" y="2791"/>
                  </a:lnTo>
                  <a:lnTo>
                    <a:pt x="2195663" y="4783"/>
                  </a:lnTo>
                  <a:lnTo>
                    <a:pt x="2196059" y="4783"/>
                  </a:lnTo>
                  <a:lnTo>
                    <a:pt x="2243298" y="7404"/>
                  </a:lnTo>
                  <a:lnTo>
                    <a:pt x="2285555" y="10399"/>
                  </a:lnTo>
                  <a:lnTo>
                    <a:pt x="2353305" y="16261"/>
                  </a:lnTo>
                  <a:lnTo>
                    <a:pt x="2371355" y="17261"/>
                  </a:lnTo>
                  <a:lnTo>
                    <a:pt x="2136251" y="17261"/>
                  </a:lnTo>
                  <a:lnTo>
                    <a:pt x="2083979" y="17642"/>
                  </a:lnTo>
                  <a:lnTo>
                    <a:pt x="2020227" y="18939"/>
                  </a:lnTo>
                  <a:lnTo>
                    <a:pt x="2024199" y="18939"/>
                  </a:lnTo>
                  <a:lnTo>
                    <a:pt x="1981328" y="20386"/>
                  </a:lnTo>
                  <a:lnTo>
                    <a:pt x="1978963" y="20386"/>
                  </a:lnTo>
                  <a:lnTo>
                    <a:pt x="1941736" y="22141"/>
                  </a:lnTo>
                  <a:close/>
                </a:path>
                <a:path extrusionOk="0" h="35559" w="3183254">
                  <a:moveTo>
                    <a:pt x="0" y="27509"/>
                  </a:moveTo>
                  <a:lnTo>
                    <a:pt x="0" y="13793"/>
                  </a:lnTo>
                  <a:lnTo>
                    <a:pt x="125741" y="6751"/>
                  </a:lnTo>
                  <a:lnTo>
                    <a:pt x="236075" y="1964"/>
                  </a:lnTo>
                  <a:lnTo>
                    <a:pt x="287022" y="651"/>
                  </a:lnTo>
                  <a:lnTo>
                    <a:pt x="335987" y="182"/>
                  </a:lnTo>
                  <a:lnTo>
                    <a:pt x="383410" y="651"/>
                  </a:lnTo>
                  <a:lnTo>
                    <a:pt x="430462" y="2155"/>
                  </a:lnTo>
                  <a:lnTo>
                    <a:pt x="477218" y="4783"/>
                  </a:lnTo>
                  <a:lnTo>
                    <a:pt x="524484" y="8631"/>
                  </a:lnTo>
                  <a:lnTo>
                    <a:pt x="619559" y="18472"/>
                  </a:lnTo>
                  <a:lnTo>
                    <a:pt x="618373" y="18472"/>
                  </a:lnTo>
                  <a:lnTo>
                    <a:pt x="668730" y="21772"/>
                  </a:lnTo>
                  <a:lnTo>
                    <a:pt x="667379" y="21772"/>
                  </a:lnTo>
                  <a:lnTo>
                    <a:pt x="677841" y="22141"/>
                  </a:lnTo>
                  <a:lnTo>
                    <a:pt x="70643" y="22141"/>
                  </a:lnTo>
                  <a:lnTo>
                    <a:pt x="28449" y="24048"/>
                  </a:lnTo>
                  <a:lnTo>
                    <a:pt x="32384" y="24048"/>
                  </a:lnTo>
                  <a:lnTo>
                    <a:pt x="0" y="27509"/>
                  </a:lnTo>
                  <a:close/>
                </a:path>
                <a:path extrusionOk="0" h="35559" w="3183254">
                  <a:moveTo>
                    <a:pt x="1371977" y="19489"/>
                  </a:moveTo>
                  <a:lnTo>
                    <a:pt x="939312" y="19489"/>
                  </a:lnTo>
                  <a:lnTo>
                    <a:pt x="1062151" y="14973"/>
                  </a:lnTo>
                  <a:lnTo>
                    <a:pt x="1113941" y="13793"/>
                  </a:lnTo>
                  <a:lnTo>
                    <a:pt x="1166367" y="13571"/>
                  </a:lnTo>
                  <a:lnTo>
                    <a:pt x="1218927" y="14374"/>
                  </a:lnTo>
                  <a:lnTo>
                    <a:pt x="1371977" y="19489"/>
                  </a:lnTo>
                  <a:close/>
                </a:path>
                <a:path extrusionOk="0" h="35559" w="3183254">
                  <a:moveTo>
                    <a:pt x="3182690" y="27509"/>
                  </a:moveTo>
                  <a:lnTo>
                    <a:pt x="3144923" y="23271"/>
                  </a:lnTo>
                  <a:lnTo>
                    <a:pt x="3102401" y="20386"/>
                  </a:lnTo>
                  <a:lnTo>
                    <a:pt x="3100749" y="20386"/>
                  </a:lnTo>
                  <a:lnTo>
                    <a:pt x="3058914" y="18939"/>
                  </a:lnTo>
                  <a:lnTo>
                    <a:pt x="3007222" y="18472"/>
                  </a:lnTo>
                  <a:lnTo>
                    <a:pt x="2925511" y="18472"/>
                  </a:lnTo>
                  <a:lnTo>
                    <a:pt x="3182690" y="13793"/>
                  </a:lnTo>
                  <a:lnTo>
                    <a:pt x="3183037" y="15874"/>
                  </a:lnTo>
                  <a:lnTo>
                    <a:pt x="3182915" y="26050"/>
                  </a:lnTo>
                  <a:lnTo>
                    <a:pt x="3182839" y="26546"/>
                  </a:lnTo>
                  <a:lnTo>
                    <a:pt x="3182785" y="26892"/>
                  </a:lnTo>
                  <a:lnTo>
                    <a:pt x="3182690" y="27509"/>
                  </a:lnTo>
                  <a:close/>
                </a:path>
                <a:path extrusionOk="0" h="35559" w="3183254">
                  <a:moveTo>
                    <a:pt x="2485281" y="21055"/>
                  </a:moveTo>
                  <a:lnTo>
                    <a:pt x="2329676" y="21055"/>
                  </a:lnTo>
                  <a:lnTo>
                    <a:pt x="2228788" y="18221"/>
                  </a:lnTo>
                  <a:lnTo>
                    <a:pt x="2183156" y="17510"/>
                  </a:lnTo>
                  <a:lnTo>
                    <a:pt x="2132604" y="17261"/>
                  </a:lnTo>
                  <a:lnTo>
                    <a:pt x="2371355" y="17261"/>
                  </a:lnTo>
                  <a:lnTo>
                    <a:pt x="2388683" y="18221"/>
                  </a:lnTo>
                  <a:lnTo>
                    <a:pt x="2434000" y="19899"/>
                  </a:lnTo>
                  <a:lnTo>
                    <a:pt x="2436807" y="19899"/>
                  </a:lnTo>
                  <a:lnTo>
                    <a:pt x="2485281" y="21055"/>
                  </a:lnTo>
                  <a:close/>
                </a:path>
                <a:path extrusionOk="0" h="35559" w="3183254">
                  <a:moveTo>
                    <a:pt x="2854997" y="21772"/>
                  </a:moveTo>
                  <a:lnTo>
                    <a:pt x="2630724" y="21772"/>
                  </a:lnTo>
                  <a:lnTo>
                    <a:pt x="2707008" y="21428"/>
                  </a:lnTo>
                  <a:lnTo>
                    <a:pt x="2695957" y="21428"/>
                  </a:lnTo>
                  <a:lnTo>
                    <a:pt x="2863082" y="19489"/>
                  </a:lnTo>
                  <a:lnTo>
                    <a:pt x="2862385" y="19489"/>
                  </a:lnTo>
                  <a:lnTo>
                    <a:pt x="2926400" y="18472"/>
                  </a:lnTo>
                  <a:lnTo>
                    <a:pt x="3023652" y="18472"/>
                  </a:lnTo>
                  <a:lnTo>
                    <a:pt x="2966696" y="18939"/>
                  </a:lnTo>
                  <a:lnTo>
                    <a:pt x="2920322" y="19899"/>
                  </a:lnTo>
                  <a:lnTo>
                    <a:pt x="2919399" y="19899"/>
                  </a:lnTo>
                  <a:lnTo>
                    <a:pt x="2854997" y="21772"/>
                  </a:lnTo>
                  <a:close/>
                </a:path>
                <a:path extrusionOk="0" h="35559" w="3183254">
                  <a:moveTo>
                    <a:pt x="825364" y="23271"/>
                  </a:moveTo>
                  <a:lnTo>
                    <a:pt x="709894" y="23271"/>
                  </a:lnTo>
                  <a:lnTo>
                    <a:pt x="693868" y="22706"/>
                  </a:lnTo>
                  <a:lnTo>
                    <a:pt x="736173" y="21055"/>
                  </a:lnTo>
                  <a:lnTo>
                    <a:pt x="731441" y="21055"/>
                  </a:lnTo>
                  <a:lnTo>
                    <a:pt x="805041" y="19489"/>
                  </a:lnTo>
                  <a:lnTo>
                    <a:pt x="864816" y="19192"/>
                  </a:lnTo>
                  <a:lnTo>
                    <a:pt x="939312" y="19489"/>
                  </a:lnTo>
                  <a:lnTo>
                    <a:pt x="916756" y="20386"/>
                  </a:lnTo>
                  <a:lnTo>
                    <a:pt x="917339" y="20386"/>
                  </a:lnTo>
                  <a:lnTo>
                    <a:pt x="867750" y="22141"/>
                  </a:lnTo>
                  <a:lnTo>
                    <a:pt x="869439" y="22141"/>
                  </a:lnTo>
                  <a:lnTo>
                    <a:pt x="825364" y="23271"/>
                  </a:lnTo>
                  <a:close/>
                </a:path>
                <a:path extrusionOk="0" h="35559" w="3183254">
                  <a:moveTo>
                    <a:pt x="1236560" y="29258"/>
                  </a:moveTo>
                  <a:lnTo>
                    <a:pt x="1196011" y="28713"/>
                  </a:lnTo>
                  <a:lnTo>
                    <a:pt x="1197693" y="28713"/>
                  </a:lnTo>
                  <a:lnTo>
                    <a:pt x="1155736" y="27509"/>
                  </a:lnTo>
                  <a:lnTo>
                    <a:pt x="1156584" y="27509"/>
                  </a:lnTo>
                  <a:lnTo>
                    <a:pt x="1031033" y="22706"/>
                  </a:lnTo>
                  <a:lnTo>
                    <a:pt x="1032218" y="22706"/>
                  </a:lnTo>
                  <a:lnTo>
                    <a:pt x="979691" y="21055"/>
                  </a:lnTo>
                  <a:lnTo>
                    <a:pt x="981883" y="21055"/>
                  </a:lnTo>
                  <a:lnTo>
                    <a:pt x="928995" y="19899"/>
                  </a:lnTo>
                  <a:lnTo>
                    <a:pt x="895916" y="19489"/>
                  </a:lnTo>
                  <a:lnTo>
                    <a:pt x="1371169" y="19489"/>
                  </a:lnTo>
                  <a:lnTo>
                    <a:pt x="1427206" y="21235"/>
                  </a:lnTo>
                  <a:lnTo>
                    <a:pt x="1426062" y="21235"/>
                  </a:lnTo>
                  <a:lnTo>
                    <a:pt x="1472204" y="22141"/>
                  </a:lnTo>
                  <a:lnTo>
                    <a:pt x="1941736" y="22141"/>
                  </a:lnTo>
                  <a:lnTo>
                    <a:pt x="1917755" y="23271"/>
                  </a:lnTo>
                  <a:lnTo>
                    <a:pt x="1916455" y="23271"/>
                  </a:lnTo>
                  <a:lnTo>
                    <a:pt x="1874218" y="25810"/>
                  </a:lnTo>
                  <a:lnTo>
                    <a:pt x="1345800" y="25810"/>
                  </a:lnTo>
                  <a:lnTo>
                    <a:pt x="1271757" y="28913"/>
                  </a:lnTo>
                  <a:lnTo>
                    <a:pt x="1236560" y="29258"/>
                  </a:lnTo>
                  <a:close/>
                </a:path>
                <a:path extrusionOk="0" h="35559" w="3183254">
                  <a:moveTo>
                    <a:pt x="2599306" y="27855"/>
                  </a:moveTo>
                  <a:lnTo>
                    <a:pt x="2546152" y="27509"/>
                  </a:lnTo>
                  <a:lnTo>
                    <a:pt x="2414690" y="24048"/>
                  </a:lnTo>
                  <a:lnTo>
                    <a:pt x="2414171" y="24048"/>
                  </a:lnTo>
                  <a:lnTo>
                    <a:pt x="2328568" y="21055"/>
                  </a:lnTo>
                  <a:lnTo>
                    <a:pt x="2493659" y="21055"/>
                  </a:lnTo>
                  <a:lnTo>
                    <a:pt x="2520374" y="21428"/>
                  </a:lnTo>
                  <a:lnTo>
                    <a:pt x="2518752" y="21428"/>
                  </a:lnTo>
                  <a:lnTo>
                    <a:pt x="2854997" y="21772"/>
                  </a:lnTo>
                  <a:lnTo>
                    <a:pt x="2706703" y="26291"/>
                  </a:lnTo>
                  <a:lnTo>
                    <a:pt x="2652929" y="27380"/>
                  </a:lnTo>
                  <a:lnTo>
                    <a:pt x="2599306" y="27855"/>
                  </a:lnTo>
                  <a:close/>
                </a:path>
                <a:path extrusionOk="0" h="35559" w="3183254">
                  <a:moveTo>
                    <a:pt x="387844" y="34296"/>
                  </a:moveTo>
                  <a:lnTo>
                    <a:pt x="329519" y="33176"/>
                  </a:lnTo>
                  <a:lnTo>
                    <a:pt x="276854" y="31109"/>
                  </a:lnTo>
                  <a:lnTo>
                    <a:pt x="183645" y="25810"/>
                  </a:lnTo>
                  <a:lnTo>
                    <a:pt x="151669" y="24048"/>
                  </a:lnTo>
                  <a:lnTo>
                    <a:pt x="155034" y="24048"/>
                  </a:lnTo>
                  <a:lnTo>
                    <a:pt x="103512" y="22141"/>
                  </a:lnTo>
                  <a:lnTo>
                    <a:pt x="677841" y="22141"/>
                  </a:lnTo>
                  <a:lnTo>
                    <a:pt x="693868" y="22706"/>
                  </a:lnTo>
                  <a:lnTo>
                    <a:pt x="679383" y="23271"/>
                  </a:lnTo>
                  <a:lnTo>
                    <a:pt x="677997" y="23271"/>
                  </a:lnTo>
                  <a:lnTo>
                    <a:pt x="524646" y="31907"/>
                  </a:lnTo>
                  <a:lnTo>
                    <a:pt x="452622" y="34021"/>
                  </a:lnTo>
                  <a:lnTo>
                    <a:pt x="387844" y="34296"/>
                  </a:lnTo>
                  <a:close/>
                </a:path>
                <a:path extrusionOk="0" h="35559" w="3183254">
                  <a:moveTo>
                    <a:pt x="766695" y="24048"/>
                  </a:moveTo>
                  <a:lnTo>
                    <a:pt x="687425" y="23271"/>
                  </a:lnTo>
                  <a:lnTo>
                    <a:pt x="840328" y="23271"/>
                  </a:lnTo>
                  <a:lnTo>
                    <a:pt x="766695" y="24048"/>
                  </a:lnTo>
                  <a:close/>
                </a:path>
                <a:path extrusionOk="0" h="35559" w="3183254">
                  <a:moveTo>
                    <a:pt x="1633754" y="35135"/>
                  </a:moveTo>
                  <a:lnTo>
                    <a:pt x="1579137" y="34465"/>
                  </a:lnTo>
                  <a:lnTo>
                    <a:pt x="1580059" y="34465"/>
                  </a:lnTo>
                  <a:lnTo>
                    <a:pt x="1533795" y="32921"/>
                  </a:lnTo>
                  <a:lnTo>
                    <a:pt x="1416972" y="26892"/>
                  </a:lnTo>
                  <a:lnTo>
                    <a:pt x="1381031" y="25810"/>
                  </a:lnTo>
                  <a:lnTo>
                    <a:pt x="1874218" y="25810"/>
                  </a:lnTo>
                  <a:lnTo>
                    <a:pt x="1764979" y="32060"/>
                  </a:lnTo>
                  <a:lnTo>
                    <a:pt x="1694729" y="34465"/>
                  </a:lnTo>
                  <a:lnTo>
                    <a:pt x="1633754" y="35135"/>
                  </a:lnTo>
                  <a:close/>
                </a:path>
              </a:pathLst>
            </a:custGeom>
            <a:solidFill>
              <a:srgbClr val="C0504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53"/>
            </a:p>
          </p:txBody>
        </p:sp>
        <p:sp>
          <p:nvSpPr>
            <p:cNvPr id="73" name="Google Shape;73;p10"/>
            <p:cNvSpPr/>
            <p:nvPr/>
          </p:nvSpPr>
          <p:spPr>
            <a:xfrm>
              <a:off x="550708" y="1245894"/>
              <a:ext cx="3183890" cy="29844"/>
            </a:xfrm>
            <a:custGeom>
              <a:rect b="b" l="l" r="r" t="t"/>
              <a:pathLst>
                <a:path extrusionOk="0" h="29844" w="3183890">
                  <a:moveTo>
                    <a:pt x="305" y="7051"/>
                  </a:moveTo>
                  <a:lnTo>
                    <a:pt x="57166" y="10801"/>
                  </a:lnTo>
                  <a:lnTo>
                    <a:pt x="111015" y="13223"/>
                  </a:lnTo>
                  <a:lnTo>
                    <a:pt x="162314" y="14507"/>
                  </a:lnTo>
                  <a:lnTo>
                    <a:pt x="211527" y="14847"/>
                  </a:lnTo>
                  <a:lnTo>
                    <a:pt x="259115" y="14434"/>
                  </a:lnTo>
                  <a:lnTo>
                    <a:pt x="305542" y="13459"/>
                  </a:lnTo>
                  <a:lnTo>
                    <a:pt x="351270" y="12116"/>
                  </a:lnTo>
                  <a:lnTo>
                    <a:pt x="396760" y="10595"/>
                  </a:lnTo>
                  <a:lnTo>
                    <a:pt x="442476" y="9089"/>
                  </a:lnTo>
                  <a:lnTo>
                    <a:pt x="488880" y="7789"/>
                  </a:lnTo>
                  <a:lnTo>
                    <a:pt x="536434" y="6889"/>
                  </a:lnTo>
                  <a:lnTo>
                    <a:pt x="585601" y="6578"/>
                  </a:lnTo>
                  <a:lnTo>
                    <a:pt x="636843" y="7051"/>
                  </a:lnTo>
                  <a:lnTo>
                    <a:pt x="687986" y="7883"/>
                  </a:lnTo>
                  <a:lnTo>
                    <a:pt x="736888" y="8535"/>
                  </a:lnTo>
                  <a:lnTo>
                    <a:pt x="784060" y="9016"/>
                  </a:lnTo>
                  <a:lnTo>
                    <a:pt x="830015" y="9339"/>
                  </a:lnTo>
                  <a:lnTo>
                    <a:pt x="875266" y="9515"/>
                  </a:lnTo>
                  <a:lnTo>
                    <a:pt x="920325" y="9557"/>
                  </a:lnTo>
                  <a:lnTo>
                    <a:pt x="965703" y="9475"/>
                  </a:lnTo>
                  <a:lnTo>
                    <a:pt x="1011914" y="9282"/>
                  </a:lnTo>
                  <a:lnTo>
                    <a:pt x="1059469" y="8988"/>
                  </a:lnTo>
                  <a:lnTo>
                    <a:pt x="1108881" y="8607"/>
                  </a:lnTo>
                  <a:lnTo>
                    <a:pt x="1160663" y="8149"/>
                  </a:lnTo>
                  <a:lnTo>
                    <a:pt x="1215325" y="7627"/>
                  </a:lnTo>
                  <a:lnTo>
                    <a:pt x="1273381" y="7051"/>
                  </a:lnTo>
                  <a:lnTo>
                    <a:pt x="1331684" y="6334"/>
                  </a:lnTo>
                  <a:lnTo>
                    <a:pt x="1387002" y="5435"/>
                  </a:lnTo>
                  <a:lnTo>
                    <a:pt x="1439726" y="4436"/>
                  </a:lnTo>
                  <a:lnTo>
                    <a:pt x="1490245" y="3420"/>
                  </a:lnTo>
                  <a:lnTo>
                    <a:pt x="1538948" y="2468"/>
                  </a:lnTo>
                  <a:lnTo>
                    <a:pt x="1586225" y="1663"/>
                  </a:lnTo>
                  <a:lnTo>
                    <a:pt x="1632464" y="1088"/>
                  </a:lnTo>
                  <a:lnTo>
                    <a:pt x="1678055" y="824"/>
                  </a:lnTo>
                  <a:lnTo>
                    <a:pt x="1723388" y="953"/>
                  </a:lnTo>
                  <a:lnTo>
                    <a:pt x="1768852" y="1558"/>
                  </a:lnTo>
                  <a:lnTo>
                    <a:pt x="1814836" y="2721"/>
                  </a:lnTo>
                  <a:lnTo>
                    <a:pt x="1861729" y="4525"/>
                  </a:lnTo>
                  <a:lnTo>
                    <a:pt x="1909920" y="7051"/>
                  </a:lnTo>
                  <a:lnTo>
                    <a:pt x="1965030" y="9584"/>
                  </a:lnTo>
                  <a:lnTo>
                    <a:pt x="2015506" y="10533"/>
                  </a:lnTo>
                  <a:lnTo>
                    <a:pt x="2062691" y="10258"/>
                  </a:lnTo>
                  <a:lnTo>
                    <a:pt x="2107926" y="9117"/>
                  </a:lnTo>
                  <a:lnTo>
                    <a:pt x="2152556" y="7470"/>
                  </a:lnTo>
                  <a:lnTo>
                    <a:pt x="2197923" y="5675"/>
                  </a:lnTo>
                  <a:lnTo>
                    <a:pt x="2245369" y="4091"/>
                  </a:lnTo>
                  <a:lnTo>
                    <a:pt x="2296237" y="3078"/>
                  </a:lnTo>
                  <a:lnTo>
                    <a:pt x="2351871" y="2994"/>
                  </a:lnTo>
                  <a:lnTo>
                    <a:pt x="2413612" y="4199"/>
                  </a:lnTo>
                  <a:lnTo>
                    <a:pt x="2482804" y="7051"/>
                  </a:lnTo>
                  <a:lnTo>
                    <a:pt x="2540177" y="9315"/>
                  </a:lnTo>
                  <a:lnTo>
                    <a:pt x="2596921" y="10301"/>
                  </a:lnTo>
                  <a:lnTo>
                    <a:pt x="2652913" y="10240"/>
                  </a:lnTo>
                  <a:lnTo>
                    <a:pt x="2708024" y="9365"/>
                  </a:lnTo>
                  <a:lnTo>
                    <a:pt x="2762129" y="7908"/>
                  </a:lnTo>
                  <a:lnTo>
                    <a:pt x="2815103" y="6104"/>
                  </a:lnTo>
                  <a:lnTo>
                    <a:pt x="2866818" y="4183"/>
                  </a:lnTo>
                  <a:lnTo>
                    <a:pt x="2917148" y="2380"/>
                  </a:lnTo>
                  <a:lnTo>
                    <a:pt x="2965969" y="926"/>
                  </a:lnTo>
                  <a:lnTo>
                    <a:pt x="3013152" y="55"/>
                  </a:lnTo>
                  <a:lnTo>
                    <a:pt x="3058573" y="0"/>
                  </a:lnTo>
                  <a:lnTo>
                    <a:pt x="3102105" y="992"/>
                  </a:lnTo>
                  <a:lnTo>
                    <a:pt x="3143621" y="3264"/>
                  </a:lnTo>
                  <a:lnTo>
                    <a:pt x="3182996" y="7051"/>
                  </a:lnTo>
                  <a:lnTo>
                    <a:pt x="3183438" y="10438"/>
                  </a:lnTo>
                  <a:lnTo>
                    <a:pt x="3182169" y="16250"/>
                  </a:lnTo>
                  <a:lnTo>
                    <a:pt x="3182996" y="20767"/>
                  </a:lnTo>
                  <a:lnTo>
                    <a:pt x="3122533" y="20575"/>
                  </a:lnTo>
                  <a:lnTo>
                    <a:pt x="3068602" y="20611"/>
                  </a:lnTo>
                  <a:lnTo>
                    <a:pt x="3019583" y="20813"/>
                  </a:lnTo>
                  <a:lnTo>
                    <a:pt x="2973859" y="21116"/>
                  </a:lnTo>
                  <a:lnTo>
                    <a:pt x="2929812" y="21458"/>
                  </a:lnTo>
                  <a:lnTo>
                    <a:pt x="2885823" y="21775"/>
                  </a:lnTo>
                  <a:lnTo>
                    <a:pt x="2840274" y="22004"/>
                  </a:lnTo>
                  <a:lnTo>
                    <a:pt x="2791546" y="22081"/>
                  </a:lnTo>
                  <a:lnTo>
                    <a:pt x="2738023" y="21942"/>
                  </a:lnTo>
                  <a:lnTo>
                    <a:pt x="2678084" y="21526"/>
                  </a:lnTo>
                  <a:lnTo>
                    <a:pt x="2610112" y="20767"/>
                  </a:lnTo>
                  <a:lnTo>
                    <a:pt x="2543486" y="20208"/>
                  </a:lnTo>
                  <a:lnTo>
                    <a:pt x="2487151" y="20312"/>
                  </a:lnTo>
                  <a:lnTo>
                    <a:pt x="2438839" y="20894"/>
                  </a:lnTo>
                  <a:lnTo>
                    <a:pt x="2396282" y="21771"/>
                  </a:lnTo>
                  <a:lnTo>
                    <a:pt x="2357214" y="22760"/>
                  </a:lnTo>
                  <a:lnTo>
                    <a:pt x="2319365" y="23678"/>
                  </a:lnTo>
                  <a:lnTo>
                    <a:pt x="2280469" y="24340"/>
                  </a:lnTo>
                  <a:lnTo>
                    <a:pt x="2238257" y="24563"/>
                  </a:lnTo>
                  <a:lnTo>
                    <a:pt x="2190463" y="24165"/>
                  </a:lnTo>
                  <a:lnTo>
                    <a:pt x="2134818" y="22960"/>
                  </a:lnTo>
                  <a:lnTo>
                    <a:pt x="2069054" y="20767"/>
                  </a:lnTo>
                  <a:lnTo>
                    <a:pt x="2011341" y="19138"/>
                  </a:lnTo>
                  <a:lnTo>
                    <a:pt x="1958681" y="18733"/>
                  </a:lnTo>
                  <a:lnTo>
                    <a:pt x="1910093" y="19292"/>
                  </a:lnTo>
                  <a:lnTo>
                    <a:pt x="1864597" y="20554"/>
                  </a:lnTo>
                  <a:lnTo>
                    <a:pt x="1821213" y="22261"/>
                  </a:lnTo>
                  <a:lnTo>
                    <a:pt x="1778960" y="24152"/>
                  </a:lnTo>
                  <a:lnTo>
                    <a:pt x="1736858" y="25969"/>
                  </a:lnTo>
                  <a:lnTo>
                    <a:pt x="1693926" y="27452"/>
                  </a:lnTo>
                  <a:lnTo>
                    <a:pt x="1649185" y="28341"/>
                  </a:lnTo>
                  <a:lnTo>
                    <a:pt x="1601654" y="28376"/>
                  </a:lnTo>
                  <a:lnTo>
                    <a:pt x="1550352" y="27299"/>
                  </a:lnTo>
                  <a:lnTo>
                    <a:pt x="1494300" y="24849"/>
                  </a:lnTo>
                  <a:lnTo>
                    <a:pt x="1432516" y="20767"/>
                  </a:lnTo>
                  <a:lnTo>
                    <a:pt x="1358493" y="15652"/>
                  </a:lnTo>
                  <a:lnTo>
                    <a:pt x="1289795" y="11995"/>
                  </a:lnTo>
                  <a:lnTo>
                    <a:pt x="1226109" y="9649"/>
                  </a:lnTo>
                  <a:lnTo>
                    <a:pt x="1167124" y="8471"/>
                  </a:lnTo>
                  <a:lnTo>
                    <a:pt x="1112528" y="8316"/>
                  </a:lnTo>
                  <a:lnTo>
                    <a:pt x="1062008" y="9039"/>
                  </a:lnTo>
                  <a:lnTo>
                    <a:pt x="1015253" y="10496"/>
                  </a:lnTo>
                  <a:lnTo>
                    <a:pt x="971949" y="12542"/>
                  </a:lnTo>
                  <a:lnTo>
                    <a:pt x="931786" y="15032"/>
                  </a:lnTo>
                  <a:lnTo>
                    <a:pt x="859632" y="20767"/>
                  </a:lnTo>
                  <a:lnTo>
                    <a:pt x="834250" y="22596"/>
                  </a:lnTo>
                  <a:lnTo>
                    <a:pt x="764031" y="25660"/>
                  </a:lnTo>
                  <a:lnTo>
                    <a:pt x="720626" y="26882"/>
                  </a:lnTo>
                  <a:lnTo>
                    <a:pt x="672645" y="27889"/>
                  </a:lnTo>
                  <a:lnTo>
                    <a:pt x="620802" y="28674"/>
                  </a:lnTo>
                  <a:lnTo>
                    <a:pt x="565814" y="29230"/>
                  </a:lnTo>
                  <a:lnTo>
                    <a:pt x="508395" y="29551"/>
                  </a:lnTo>
                  <a:lnTo>
                    <a:pt x="449262" y="29631"/>
                  </a:lnTo>
                  <a:lnTo>
                    <a:pt x="389129" y="29461"/>
                  </a:lnTo>
                  <a:lnTo>
                    <a:pt x="328712" y="29037"/>
                  </a:lnTo>
                  <a:lnTo>
                    <a:pt x="268726" y="28351"/>
                  </a:lnTo>
                  <a:lnTo>
                    <a:pt x="209887" y="27397"/>
                  </a:lnTo>
                  <a:lnTo>
                    <a:pt x="152910" y="26168"/>
                  </a:lnTo>
                  <a:lnTo>
                    <a:pt x="98511" y="24658"/>
                  </a:lnTo>
                  <a:lnTo>
                    <a:pt x="47404" y="22860"/>
                  </a:lnTo>
                  <a:lnTo>
                    <a:pt x="305" y="20767"/>
                  </a:lnTo>
                  <a:lnTo>
                    <a:pt x="0" y="15658"/>
                  </a:lnTo>
                  <a:lnTo>
                    <a:pt x="790" y="10317"/>
                  </a:lnTo>
                  <a:lnTo>
                    <a:pt x="305" y="7051"/>
                  </a:lnTo>
                  <a:close/>
                </a:path>
              </a:pathLst>
            </a:custGeom>
            <a:noFill/>
            <a:ln cap="flat" cmpd="sng" w="51650">
              <a:solidFill>
                <a:srgbClr val="C050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53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1"/>
          <p:cNvSpPr txBox="1"/>
          <p:nvPr>
            <p:ph type="title"/>
          </p:nvPr>
        </p:nvSpPr>
        <p:spPr>
          <a:xfrm>
            <a:off x="381000" y="417150"/>
            <a:ext cx="5794800" cy="4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System Architecture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9" name="Google Shape;79;p11"/>
          <p:cNvSpPr txBox="1"/>
          <p:nvPr/>
        </p:nvSpPr>
        <p:spPr>
          <a:xfrm>
            <a:off x="228375" y="982000"/>
            <a:ext cx="8763000" cy="1050000"/>
          </a:xfrm>
          <a:prstGeom prst="rect">
            <a:avLst/>
          </a:prstGeom>
          <a:solidFill>
            <a:srgbClr val="EBF3FB"/>
          </a:solidFill>
          <a:ln cap="flat" cmpd="sng" w="19050">
            <a:solidFill>
              <a:srgbClr val="2E75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1F386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LAYER 1 — Data &amp; Storage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PostgreSQL (tickets, reviews, analytics)   |   ChromaDB (18 KB documents, vector embeddings)   |   Docker Volumes (model persistence)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0" name="Google Shape;80;p11"/>
          <p:cNvSpPr txBox="1"/>
          <p:nvPr/>
        </p:nvSpPr>
        <p:spPr>
          <a:xfrm>
            <a:off x="228375" y="2133525"/>
            <a:ext cx="8763000" cy="1513200"/>
          </a:xfrm>
          <a:prstGeom prst="rect">
            <a:avLst/>
          </a:prstGeom>
          <a:solidFill>
            <a:srgbClr val="EBF3FB"/>
          </a:solidFill>
          <a:ln cap="flat" cmpd="sng" w="19050">
            <a:solidFill>
              <a:srgbClr val="2E75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1F386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LAYER 2 — AI Pipeline (5 Steps)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01 DistilBERT</a:t>
            </a:r>
            <a:r>
              <a:rPr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Issue classifier — Bug / New Feature / Improvement / Task / Test   (Acc=0.617, F1=0.593)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02 XGBoost</a:t>
            </a:r>
            <a:r>
              <a:rPr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Priority predictor — P1 Blocker to P5 Trivial   (Acc=0.558)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03 spaCy</a:t>
            </a:r>
            <a:r>
              <a:rPr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Entity extractor — versions, error types, frameworks, libraries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04 ChromaDB RAG</a:t>
            </a:r>
            <a:r>
              <a:rPr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Retrieves top-3 KB chunks to ground LLM response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05 Llama 3.3-70B (Groq)</a:t>
            </a:r>
            <a:r>
              <a:rPr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Summary + clarifying questions + maintainer draft reply + LLM-as-judge evaluation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1" name="Google Shape;81;p11"/>
          <p:cNvSpPr txBox="1"/>
          <p:nvPr/>
        </p:nvSpPr>
        <p:spPr>
          <a:xfrm>
            <a:off x="228375" y="3799200"/>
            <a:ext cx="8763000" cy="1050000"/>
          </a:xfrm>
          <a:prstGeom prst="rect">
            <a:avLst/>
          </a:prstGeom>
          <a:solidFill>
            <a:srgbClr val="EBF3FB"/>
          </a:solidFill>
          <a:ln cap="flat" cmpd="sng" w="19050">
            <a:solidFill>
              <a:srgbClr val="2E75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1F386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LAYER 3 — Application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FastAPI (REST backend, 10 endpoints)   |   Streamlit (multi-page UI: New Issue, Inbox, Detail, Analytics, Train Models)   |   Docker Compose (3 containers)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Human-in-the-Loop: Maintainer reviews AI draft, edits, assigns, approves or rejects each ticket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2" name="Google Shape;8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49200" y="48725"/>
            <a:ext cx="1214425" cy="70692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3" name="Google Shape;83;p11"/>
          <p:cNvGrpSpPr/>
          <p:nvPr/>
        </p:nvGrpSpPr>
        <p:grpSpPr>
          <a:xfrm flipH="1" rot="10800000">
            <a:off x="381004" y="830246"/>
            <a:ext cx="4372118" cy="50225"/>
            <a:chOff x="550708" y="1239152"/>
            <a:chExt cx="3183890" cy="36586"/>
          </a:xfrm>
        </p:grpSpPr>
        <p:sp>
          <p:nvSpPr>
            <p:cNvPr id="84" name="Google Shape;84;p11"/>
            <p:cNvSpPr/>
            <p:nvPr/>
          </p:nvSpPr>
          <p:spPr>
            <a:xfrm>
              <a:off x="551014" y="1239152"/>
              <a:ext cx="3183254" cy="35559"/>
            </a:xfrm>
            <a:custGeom>
              <a:rect b="b" l="l" r="r" t="t"/>
              <a:pathLst>
                <a:path extrusionOk="0" h="35559" w="3183254">
                  <a:moveTo>
                    <a:pt x="1941736" y="22141"/>
                  </a:moveTo>
                  <a:lnTo>
                    <a:pt x="1545110" y="22141"/>
                  </a:lnTo>
                  <a:lnTo>
                    <a:pt x="1584910" y="21235"/>
                  </a:lnTo>
                  <a:lnTo>
                    <a:pt x="1636105" y="18472"/>
                  </a:lnTo>
                  <a:lnTo>
                    <a:pt x="1731416" y="9396"/>
                  </a:lnTo>
                  <a:lnTo>
                    <a:pt x="1779324" y="5899"/>
                  </a:lnTo>
                  <a:lnTo>
                    <a:pt x="1829843" y="3257"/>
                  </a:lnTo>
                  <a:lnTo>
                    <a:pt x="1882268" y="1423"/>
                  </a:lnTo>
                  <a:lnTo>
                    <a:pt x="1937581" y="319"/>
                  </a:lnTo>
                  <a:lnTo>
                    <a:pt x="1990010" y="0"/>
                  </a:lnTo>
                  <a:lnTo>
                    <a:pt x="2043916" y="319"/>
                  </a:lnTo>
                  <a:lnTo>
                    <a:pt x="2096903" y="1264"/>
                  </a:lnTo>
                  <a:lnTo>
                    <a:pt x="2148266" y="2791"/>
                  </a:lnTo>
                  <a:lnTo>
                    <a:pt x="2195663" y="4783"/>
                  </a:lnTo>
                  <a:lnTo>
                    <a:pt x="2196059" y="4783"/>
                  </a:lnTo>
                  <a:lnTo>
                    <a:pt x="2243298" y="7404"/>
                  </a:lnTo>
                  <a:lnTo>
                    <a:pt x="2285555" y="10399"/>
                  </a:lnTo>
                  <a:lnTo>
                    <a:pt x="2353305" y="16261"/>
                  </a:lnTo>
                  <a:lnTo>
                    <a:pt x="2371355" y="17261"/>
                  </a:lnTo>
                  <a:lnTo>
                    <a:pt x="2136251" y="17261"/>
                  </a:lnTo>
                  <a:lnTo>
                    <a:pt x="2083979" y="17642"/>
                  </a:lnTo>
                  <a:lnTo>
                    <a:pt x="2020227" y="18939"/>
                  </a:lnTo>
                  <a:lnTo>
                    <a:pt x="2024199" y="18939"/>
                  </a:lnTo>
                  <a:lnTo>
                    <a:pt x="1981328" y="20386"/>
                  </a:lnTo>
                  <a:lnTo>
                    <a:pt x="1978963" y="20386"/>
                  </a:lnTo>
                  <a:lnTo>
                    <a:pt x="1941736" y="22141"/>
                  </a:lnTo>
                  <a:close/>
                </a:path>
                <a:path extrusionOk="0" h="35559" w="3183254">
                  <a:moveTo>
                    <a:pt x="0" y="27509"/>
                  </a:moveTo>
                  <a:lnTo>
                    <a:pt x="0" y="13793"/>
                  </a:lnTo>
                  <a:lnTo>
                    <a:pt x="125741" y="6751"/>
                  </a:lnTo>
                  <a:lnTo>
                    <a:pt x="236075" y="1964"/>
                  </a:lnTo>
                  <a:lnTo>
                    <a:pt x="287022" y="651"/>
                  </a:lnTo>
                  <a:lnTo>
                    <a:pt x="335987" y="182"/>
                  </a:lnTo>
                  <a:lnTo>
                    <a:pt x="383410" y="651"/>
                  </a:lnTo>
                  <a:lnTo>
                    <a:pt x="430462" y="2155"/>
                  </a:lnTo>
                  <a:lnTo>
                    <a:pt x="477218" y="4783"/>
                  </a:lnTo>
                  <a:lnTo>
                    <a:pt x="524484" y="8631"/>
                  </a:lnTo>
                  <a:lnTo>
                    <a:pt x="619559" y="18472"/>
                  </a:lnTo>
                  <a:lnTo>
                    <a:pt x="618373" y="18472"/>
                  </a:lnTo>
                  <a:lnTo>
                    <a:pt x="668730" y="21772"/>
                  </a:lnTo>
                  <a:lnTo>
                    <a:pt x="667379" y="21772"/>
                  </a:lnTo>
                  <a:lnTo>
                    <a:pt x="677841" y="22141"/>
                  </a:lnTo>
                  <a:lnTo>
                    <a:pt x="70643" y="22141"/>
                  </a:lnTo>
                  <a:lnTo>
                    <a:pt x="28449" y="24048"/>
                  </a:lnTo>
                  <a:lnTo>
                    <a:pt x="32384" y="24048"/>
                  </a:lnTo>
                  <a:lnTo>
                    <a:pt x="0" y="27509"/>
                  </a:lnTo>
                  <a:close/>
                </a:path>
                <a:path extrusionOk="0" h="35559" w="3183254">
                  <a:moveTo>
                    <a:pt x="1371977" y="19489"/>
                  </a:moveTo>
                  <a:lnTo>
                    <a:pt x="939312" y="19489"/>
                  </a:lnTo>
                  <a:lnTo>
                    <a:pt x="1062151" y="14973"/>
                  </a:lnTo>
                  <a:lnTo>
                    <a:pt x="1113941" y="13793"/>
                  </a:lnTo>
                  <a:lnTo>
                    <a:pt x="1166367" y="13571"/>
                  </a:lnTo>
                  <a:lnTo>
                    <a:pt x="1218927" y="14374"/>
                  </a:lnTo>
                  <a:lnTo>
                    <a:pt x="1371977" y="19489"/>
                  </a:lnTo>
                  <a:close/>
                </a:path>
                <a:path extrusionOk="0" h="35559" w="3183254">
                  <a:moveTo>
                    <a:pt x="3182690" y="27509"/>
                  </a:moveTo>
                  <a:lnTo>
                    <a:pt x="3144923" y="23271"/>
                  </a:lnTo>
                  <a:lnTo>
                    <a:pt x="3102401" y="20386"/>
                  </a:lnTo>
                  <a:lnTo>
                    <a:pt x="3100749" y="20386"/>
                  </a:lnTo>
                  <a:lnTo>
                    <a:pt x="3058914" y="18939"/>
                  </a:lnTo>
                  <a:lnTo>
                    <a:pt x="3007222" y="18472"/>
                  </a:lnTo>
                  <a:lnTo>
                    <a:pt x="2925511" y="18472"/>
                  </a:lnTo>
                  <a:lnTo>
                    <a:pt x="3182690" y="13793"/>
                  </a:lnTo>
                  <a:lnTo>
                    <a:pt x="3183037" y="15874"/>
                  </a:lnTo>
                  <a:lnTo>
                    <a:pt x="3182915" y="26050"/>
                  </a:lnTo>
                  <a:lnTo>
                    <a:pt x="3182839" y="26546"/>
                  </a:lnTo>
                  <a:lnTo>
                    <a:pt x="3182785" y="26892"/>
                  </a:lnTo>
                  <a:lnTo>
                    <a:pt x="3182690" y="27509"/>
                  </a:lnTo>
                  <a:close/>
                </a:path>
                <a:path extrusionOk="0" h="35559" w="3183254">
                  <a:moveTo>
                    <a:pt x="2485281" y="21055"/>
                  </a:moveTo>
                  <a:lnTo>
                    <a:pt x="2329676" y="21055"/>
                  </a:lnTo>
                  <a:lnTo>
                    <a:pt x="2228788" y="18221"/>
                  </a:lnTo>
                  <a:lnTo>
                    <a:pt x="2183156" y="17510"/>
                  </a:lnTo>
                  <a:lnTo>
                    <a:pt x="2132604" y="17261"/>
                  </a:lnTo>
                  <a:lnTo>
                    <a:pt x="2371355" y="17261"/>
                  </a:lnTo>
                  <a:lnTo>
                    <a:pt x="2388683" y="18221"/>
                  </a:lnTo>
                  <a:lnTo>
                    <a:pt x="2434000" y="19899"/>
                  </a:lnTo>
                  <a:lnTo>
                    <a:pt x="2436807" y="19899"/>
                  </a:lnTo>
                  <a:lnTo>
                    <a:pt x="2485281" y="21055"/>
                  </a:lnTo>
                  <a:close/>
                </a:path>
                <a:path extrusionOk="0" h="35559" w="3183254">
                  <a:moveTo>
                    <a:pt x="2854997" y="21772"/>
                  </a:moveTo>
                  <a:lnTo>
                    <a:pt x="2630724" y="21772"/>
                  </a:lnTo>
                  <a:lnTo>
                    <a:pt x="2707008" y="21428"/>
                  </a:lnTo>
                  <a:lnTo>
                    <a:pt x="2695957" y="21428"/>
                  </a:lnTo>
                  <a:lnTo>
                    <a:pt x="2863082" y="19489"/>
                  </a:lnTo>
                  <a:lnTo>
                    <a:pt x="2862385" y="19489"/>
                  </a:lnTo>
                  <a:lnTo>
                    <a:pt x="2926400" y="18472"/>
                  </a:lnTo>
                  <a:lnTo>
                    <a:pt x="3023652" y="18472"/>
                  </a:lnTo>
                  <a:lnTo>
                    <a:pt x="2966696" y="18939"/>
                  </a:lnTo>
                  <a:lnTo>
                    <a:pt x="2920322" y="19899"/>
                  </a:lnTo>
                  <a:lnTo>
                    <a:pt x="2919399" y="19899"/>
                  </a:lnTo>
                  <a:lnTo>
                    <a:pt x="2854997" y="21772"/>
                  </a:lnTo>
                  <a:close/>
                </a:path>
                <a:path extrusionOk="0" h="35559" w="3183254">
                  <a:moveTo>
                    <a:pt x="825364" y="23271"/>
                  </a:moveTo>
                  <a:lnTo>
                    <a:pt x="709894" y="23271"/>
                  </a:lnTo>
                  <a:lnTo>
                    <a:pt x="693868" y="22706"/>
                  </a:lnTo>
                  <a:lnTo>
                    <a:pt x="736173" y="21055"/>
                  </a:lnTo>
                  <a:lnTo>
                    <a:pt x="731441" y="21055"/>
                  </a:lnTo>
                  <a:lnTo>
                    <a:pt x="805041" y="19489"/>
                  </a:lnTo>
                  <a:lnTo>
                    <a:pt x="864816" y="19192"/>
                  </a:lnTo>
                  <a:lnTo>
                    <a:pt x="939312" y="19489"/>
                  </a:lnTo>
                  <a:lnTo>
                    <a:pt x="916756" y="20386"/>
                  </a:lnTo>
                  <a:lnTo>
                    <a:pt x="917339" y="20386"/>
                  </a:lnTo>
                  <a:lnTo>
                    <a:pt x="867750" y="22141"/>
                  </a:lnTo>
                  <a:lnTo>
                    <a:pt x="869439" y="22141"/>
                  </a:lnTo>
                  <a:lnTo>
                    <a:pt x="825364" y="23271"/>
                  </a:lnTo>
                  <a:close/>
                </a:path>
                <a:path extrusionOk="0" h="35559" w="3183254">
                  <a:moveTo>
                    <a:pt x="1236560" y="29258"/>
                  </a:moveTo>
                  <a:lnTo>
                    <a:pt x="1196011" y="28713"/>
                  </a:lnTo>
                  <a:lnTo>
                    <a:pt x="1197693" y="28713"/>
                  </a:lnTo>
                  <a:lnTo>
                    <a:pt x="1155736" y="27509"/>
                  </a:lnTo>
                  <a:lnTo>
                    <a:pt x="1156584" y="27509"/>
                  </a:lnTo>
                  <a:lnTo>
                    <a:pt x="1031033" y="22706"/>
                  </a:lnTo>
                  <a:lnTo>
                    <a:pt x="1032218" y="22706"/>
                  </a:lnTo>
                  <a:lnTo>
                    <a:pt x="979691" y="21055"/>
                  </a:lnTo>
                  <a:lnTo>
                    <a:pt x="981883" y="21055"/>
                  </a:lnTo>
                  <a:lnTo>
                    <a:pt x="928995" y="19899"/>
                  </a:lnTo>
                  <a:lnTo>
                    <a:pt x="895916" y="19489"/>
                  </a:lnTo>
                  <a:lnTo>
                    <a:pt x="1371169" y="19489"/>
                  </a:lnTo>
                  <a:lnTo>
                    <a:pt x="1427206" y="21235"/>
                  </a:lnTo>
                  <a:lnTo>
                    <a:pt x="1426062" y="21235"/>
                  </a:lnTo>
                  <a:lnTo>
                    <a:pt x="1472204" y="22141"/>
                  </a:lnTo>
                  <a:lnTo>
                    <a:pt x="1941736" y="22141"/>
                  </a:lnTo>
                  <a:lnTo>
                    <a:pt x="1917755" y="23271"/>
                  </a:lnTo>
                  <a:lnTo>
                    <a:pt x="1916455" y="23271"/>
                  </a:lnTo>
                  <a:lnTo>
                    <a:pt x="1874218" y="25810"/>
                  </a:lnTo>
                  <a:lnTo>
                    <a:pt x="1345800" y="25810"/>
                  </a:lnTo>
                  <a:lnTo>
                    <a:pt x="1271757" y="28913"/>
                  </a:lnTo>
                  <a:lnTo>
                    <a:pt x="1236560" y="29258"/>
                  </a:lnTo>
                  <a:close/>
                </a:path>
                <a:path extrusionOk="0" h="35559" w="3183254">
                  <a:moveTo>
                    <a:pt x="2599306" y="27855"/>
                  </a:moveTo>
                  <a:lnTo>
                    <a:pt x="2546152" y="27509"/>
                  </a:lnTo>
                  <a:lnTo>
                    <a:pt x="2414690" y="24048"/>
                  </a:lnTo>
                  <a:lnTo>
                    <a:pt x="2414171" y="24048"/>
                  </a:lnTo>
                  <a:lnTo>
                    <a:pt x="2328568" y="21055"/>
                  </a:lnTo>
                  <a:lnTo>
                    <a:pt x="2493659" y="21055"/>
                  </a:lnTo>
                  <a:lnTo>
                    <a:pt x="2520374" y="21428"/>
                  </a:lnTo>
                  <a:lnTo>
                    <a:pt x="2518752" y="21428"/>
                  </a:lnTo>
                  <a:lnTo>
                    <a:pt x="2854997" y="21772"/>
                  </a:lnTo>
                  <a:lnTo>
                    <a:pt x="2706703" y="26291"/>
                  </a:lnTo>
                  <a:lnTo>
                    <a:pt x="2652929" y="27380"/>
                  </a:lnTo>
                  <a:lnTo>
                    <a:pt x="2599306" y="27855"/>
                  </a:lnTo>
                  <a:close/>
                </a:path>
                <a:path extrusionOk="0" h="35559" w="3183254">
                  <a:moveTo>
                    <a:pt x="387844" y="34296"/>
                  </a:moveTo>
                  <a:lnTo>
                    <a:pt x="329519" y="33176"/>
                  </a:lnTo>
                  <a:lnTo>
                    <a:pt x="276854" y="31109"/>
                  </a:lnTo>
                  <a:lnTo>
                    <a:pt x="183645" y="25810"/>
                  </a:lnTo>
                  <a:lnTo>
                    <a:pt x="151669" y="24048"/>
                  </a:lnTo>
                  <a:lnTo>
                    <a:pt x="155034" y="24048"/>
                  </a:lnTo>
                  <a:lnTo>
                    <a:pt x="103512" y="22141"/>
                  </a:lnTo>
                  <a:lnTo>
                    <a:pt x="677841" y="22141"/>
                  </a:lnTo>
                  <a:lnTo>
                    <a:pt x="693868" y="22706"/>
                  </a:lnTo>
                  <a:lnTo>
                    <a:pt x="679383" y="23271"/>
                  </a:lnTo>
                  <a:lnTo>
                    <a:pt x="677997" y="23271"/>
                  </a:lnTo>
                  <a:lnTo>
                    <a:pt x="524646" y="31907"/>
                  </a:lnTo>
                  <a:lnTo>
                    <a:pt x="452622" y="34021"/>
                  </a:lnTo>
                  <a:lnTo>
                    <a:pt x="387844" y="34296"/>
                  </a:lnTo>
                  <a:close/>
                </a:path>
                <a:path extrusionOk="0" h="35559" w="3183254">
                  <a:moveTo>
                    <a:pt x="766695" y="24048"/>
                  </a:moveTo>
                  <a:lnTo>
                    <a:pt x="687425" y="23271"/>
                  </a:lnTo>
                  <a:lnTo>
                    <a:pt x="840328" y="23271"/>
                  </a:lnTo>
                  <a:lnTo>
                    <a:pt x="766695" y="24048"/>
                  </a:lnTo>
                  <a:close/>
                </a:path>
                <a:path extrusionOk="0" h="35559" w="3183254">
                  <a:moveTo>
                    <a:pt x="1633754" y="35135"/>
                  </a:moveTo>
                  <a:lnTo>
                    <a:pt x="1579137" y="34465"/>
                  </a:lnTo>
                  <a:lnTo>
                    <a:pt x="1580059" y="34465"/>
                  </a:lnTo>
                  <a:lnTo>
                    <a:pt x="1533795" y="32921"/>
                  </a:lnTo>
                  <a:lnTo>
                    <a:pt x="1416972" y="26892"/>
                  </a:lnTo>
                  <a:lnTo>
                    <a:pt x="1381031" y="25810"/>
                  </a:lnTo>
                  <a:lnTo>
                    <a:pt x="1874218" y="25810"/>
                  </a:lnTo>
                  <a:lnTo>
                    <a:pt x="1764979" y="32060"/>
                  </a:lnTo>
                  <a:lnTo>
                    <a:pt x="1694729" y="34465"/>
                  </a:lnTo>
                  <a:lnTo>
                    <a:pt x="1633754" y="35135"/>
                  </a:lnTo>
                  <a:close/>
                </a:path>
              </a:pathLst>
            </a:custGeom>
            <a:solidFill>
              <a:srgbClr val="C0504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72"/>
            </a:p>
          </p:txBody>
        </p:sp>
        <p:sp>
          <p:nvSpPr>
            <p:cNvPr id="85" name="Google Shape;85;p11"/>
            <p:cNvSpPr/>
            <p:nvPr/>
          </p:nvSpPr>
          <p:spPr>
            <a:xfrm>
              <a:off x="550708" y="1245894"/>
              <a:ext cx="3183890" cy="29844"/>
            </a:xfrm>
            <a:custGeom>
              <a:rect b="b" l="l" r="r" t="t"/>
              <a:pathLst>
                <a:path extrusionOk="0" h="29844" w="3183890">
                  <a:moveTo>
                    <a:pt x="305" y="7051"/>
                  </a:moveTo>
                  <a:lnTo>
                    <a:pt x="57166" y="10801"/>
                  </a:lnTo>
                  <a:lnTo>
                    <a:pt x="111015" y="13223"/>
                  </a:lnTo>
                  <a:lnTo>
                    <a:pt x="162314" y="14507"/>
                  </a:lnTo>
                  <a:lnTo>
                    <a:pt x="211527" y="14847"/>
                  </a:lnTo>
                  <a:lnTo>
                    <a:pt x="259115" y="14434"/>
                  </a:lnTo>
                  <a:lnTo>
                    <a:pt x="305542" y="13459"/>
                  </a:lnTo>
                  <a:lnTo>
                    <a:pt x="351270" y="12116"/>
                  </a:lnTo>
                  <a:lnTo>
                    <a:pt x="396760" y="10595"/>
                  </a:lnTo>
                  <a:lnTo>
                    <a:pt x="442476" y="9089"/>
                  </a:lnTo>
                  <a:lnTo>
                    <a:pt x="488880" y="7789"/>
                  </a:lnTo>
                  <a:lnTo>
                    <a:pt x="536434" y="6889"/>
                  </a:lnTo>
                  <a:lnTo>
                    <a:pt x="585601" y="6578"/>
                  </a:lnTo>
                  <a:lnTo>
                    <a:pt x="636843" y="7051"/>
                  </a:lnTo>
                  <a:lnTo>
                    <a:pt x="687986" y="7883"/>
                  </a:lnTo>
                  <a:lnTo>
                    <a:pt x="736888" y="8535"/>
                  </a:lnTo>
                  <a:lnTo>
                    <a:pt x="784060" y="9016"/>
                  </a:lnTo>
                  <a:lnTo>
                    <a:pt x="830015" y="9339"/>
                  </a:lnTo>
                  <a:lnTo>
                    <a:pt x="875266" y="9515"/>
                  </a:lnTo>
                  <a:lnTo>
                    <a:pt x="920325" y="9557"/>
                  </a:lnTo>
                  <a:lnTo>
                    <a:pt x="965703" y="9475"/>
                  </a:lnTo>
                  <a:lnTo>
                    <a:pt x="1011914" y="9282"/>
                  </a:lnTo>
                  <a:lnTo>
                    <a:pt x="1059469" y="8988"/>
                  </a:lnTo>
                  <a:lnTo>
                    <a:pt x="1108881" y="8607"/>
                  </a:lnTo>
                  <a:lnTo>
                    <a:pt x="1160663" y="8149"/>
                  </a:lnTo>
                  <a:lnTo>
                    <a:pt x="1215325" y="7627"/>
                  </a:lnTo>
                  <a:lnTo>
                    <a:pt x="1273381" y="7051"/>
                  </a:lnTo>
                  <a:lnTo>
                    <a:pt x="1331684" y="6334"/>
                  </a:lnTo>
                  <a:lnTo>
                    <a:pt x="1387002" y="5435"/>
                  </a:lnTo>
                  <a:lnTo>
                    <a:pt x="1439726" y="4436"/>
                  </a:lnTo>
                  <a:lnTo>
                    <a:pt x="1490245" y="3420"/>
                  </a:lnTo>
                  <a:lnTo>
                    <a:pt x="1538948" y="2468"/>
                  </a:lnTo>
                  <a:lnTo>
                    <a:pt x="1586225" y="1663"/>
                  </a:lnTo>
                  <a:lnTo>
                    <a:pt x="1632464" y="1088"/>
                  </a:lnTo>
                  <a:lnTo>
                    <a:pt x="1678055" y="824"/>
                  </a:lnTo>
                  <a:lnTo>
                    <a:pt x="1723388" y="953"/>
                  </a:lnTo>
                  <a:lnTo>
                    <a:pt x="1768852" y="1558"/>
                  </a:lnTo>
                  <a:lnTo>
                    <a:pt x="1814836" y="2721"/>
                  </a:lnTo>
                  <a:lnTo>
                    <a:pt x="1861729" y="4525"/>
                  </a:lnTo>
                  <a:lnTo>
                    <a:pt x="1909920" y="7051"/>
                  </a:lnTo>
                  <a:lnTo>
                    <a:pt x="1965030" y="9584"/>
                  </a:lnTo>
                  <a:lnTo>
                    <a:pt x="2015506" y="10533"/>
                  </a:lnTo>
                  <a:lnTo>
                    <a:pt x="2062691" y="10258"/>
                  </a:lnTo>
                  <a:lnTo>
                    <a:pt x="2107926" y="9117"/>
                  </a:lnTo>
                  <a:lnTo>
                    <a:pt x="2152556" y="7470"/>
                  </a:lnTo>
                  <a:lnTo>
                    <a:pt x="2197923" y="5675"/>
                  </a:lnTo>
                  <a:lnTo>
                    <a:pt x="2245369" y="4091"/>
                  </a:lnTo>
                  <a:lnTo>
                    <a:pt x="2296237" y="3078"/>
                  </a:lnTo>
                  <a:lnTo>
                    <a:pt x="2351871" y="2994"/>
                  </a:lnTo>
                  <a:lnTo>
                    <a:pt x="2413612" y="4199"/>
                  </a:lnTo>
                  <a:lnTo>
                    <a:pt x="2482804" y="7051"/>
                  </a:lnTo>
                  <a:lnTo>
                    <a:pt x="2540177" y="9315"/>
                  </a:lnTo>
                  <a:lnTo>
                    <a:pt x="2596921" y="10301"/>
                  </a:lnTo>
                  <a:lnTo>
                    <a:pt x="2652913" y="10240"/>
                  </a:lnTo>
                  <a:lnTo>
                    <a:pt x="2708024" y="9365"/>
                  </a:lnTo>
                  <a:lnTo>
                    <a:pt x="2762129" y="7908"/>
                  </a:lnTo>
                  <a:lnTo>
                    <a:pt x="2815103" y="6104"/>
                  </a:lnTo>
                  <a:lnTo>
                    <a:pt x="2866818" y="4183"/>
                  </a:lnTo>
                  <a:lnTo>
                    <a:pt x="2917148" y="2380"/>
                  </a:lnTo>
                  <a:lnTo>
                    <a:pt x="2965969" y="926"/>
                  </a:lnTo>
                  <a:lnTo>
                    <a:pt x="3013152" y="55"/>
                  </a:lnTo>
                  <a:lnTo>
                    <a:pt x="3058573" y="0"/>
                  </a:lnTo>
                  <a:lnTo>
                    <a:pt x="3102105" y="992"/>
                  </a:lnTo>
                  <a:lnTo>
                    <a:pt x="3143621" y="3264"/>
                  </a:lnTo>
                  <a:lnTo>
                    <a:pt x="3182996" y="7051"/>
                  </a:lnTo>
                  <a:lnTo>
                    <a:pt x="3183438" y="10438"/>
                  </a:lnTo>
                  <a:lnTo>
                    <a:pt x="3182169" y="16250"/>
                  </a:lnTo>
                  <a:lnTo>
                    <a:pt x="3182996" y="20767"/>
                  </a:lnTo>
                  <a:lnTo>
                    <a:pt x="3122533" y="20575"/>
                  </a:lnTo>
                  <a:lnTo>
                    <a:pt x="3068602" y="20611"/>
                  </a:lnTo>
                  <a:lnTo>
                    <a:pt x="3019583" y="20813"/>
                  </a:lnTo>
                  <a:lnTo>
                    <a:pt x="2973859" y="21116"/>
                  </a:lnTo>
                  <a:lnTo>
                    <a:pt x="2929812" y="21458"/>
                  </a:lnTo>
                  <a:lnTo>
                    <a:pt x="2885823" y="21775"/>
                  </a:lnTo>
                  <a:lnTo>
                    <a:pt x="2840274" y="22004"/>
                  </a:lnTo>
                  <a:lnTo>
                    <a:pt x="2791546" y="22081"/>
                  </a:lnTo>
                  <a:lnTo>
                    <a:pt x="2738023" y="21942"/>
                  </a:lnTo>
                  <a:lnTo>
                    <a:pt x="2678084" y="21526"/>
                  </a:lnTo>
                  <a:lnTo>
                    <a:pt x="2610112" y="20767"/>
                  </a:lnTo>
                  <a:lnTo>
                    <a:pt x="2543486" y="20208"/>
                  </a:lnTo>
                  <a:lnTo>
                    <a:pt x="2487151" y="20312"/>
                  </a:lnTo>
                  <a:lnTo>
                    <a:pt x="2438839" y="20894"/>
                  </a:lnTo>
                  <a:lnTo>
                    <a:pt x="2396282" y="21771"/>
                  </a:lnTo>
                  <a:lnTo>
                    <a:pt x="2357214" y="22760"/>
                  </a:lnTo>
                  <a:lnTo>
                    <a:pt x="2319365" y="23678"/>
                  </a:lnTo>
                  <a:lnTo>
                    <a:pt x="2280469" y="24340"/>
                  </a:lnTo>
                  <a:lnTo>
                    <a:pt x="2238257" y="24563"/>
                  </a:lnTo>
                  <a:lnTo>
                    <a:pt x="2190463" y="24165"/>
                  </a:lnTo>
                  <a:lnTo>
                    <a:pt x="2134818" y="22960"/>
                  </a:lnTo>
                  <a:lnTo>
                    <a:pt x="2069054" y="20767"/>
                  </a:lnTo>
                  <a:lnTo>
                    <a:pt x="2011341" y="19138"/>
                  </a:lnTo>
                  <a:lnTo>
                    <a:pt x="1958681" y="18733"/>
                  </a:lnTo>
                  <a:lnTo>
                    <a:pt x="1910093" y="19292"/>
                  </a:lnTo>
                  <a:lnTo>
                    <a:pt x="1864597" y="20554"/>
                  </a:lnTo>
                  <a:lnTo>
                    <a:pt x="1821213" y="22261"/>
                  </a:lnTo>
                  <a:lnTo>
                    <a:pt x="1778960" y="24152"/>
                  </a:lnTo>
                  <a:lnTo>
                    <a:pt x="1736858" y="25969"/>
                  </a:lnTo>
                  <a:lnTo>
                    <a:pt x="1693926" y="27452"/>
                  </a:lnTo>
                  <a:lnTo>
                    <a:pt x="1649185" y="28341"/>
                  </a:lnTo>
                  <a:lnTo>
                    <a:pt x="1601654" y="28376"/>
                  </a:lnTo>
                  <a:lnTo>
                    <a:pt x="1550352" y="27299"/>
                  </a:lnTo>
                  <a:lnTo>
                    <a:pt x="1494300" y="24849"/>
                  </a:lnTo>
                  <a:lnTo>
                    <a:pt x="1432516" y="20767"/>
                  </a:lnTo>
                  <a:lnTo>
                    <a:pt x="1358493" y="15652"/>
                  </a:lnTo>
                  <a:lnTo>
                    <a:pt x="1289795" y="11995"/>
                  </a:lnTo>
                  <a:lnTo>
                    <a:pt x="1226109" y="9649"/>
                  </a:lnTo>
                  <a:lnTo>
                    <a:pt x="1167124" y="8471"/>
                  </a:lnTo>
                  <a:lnTo>
                    <a:pt x="1112528" y="8316"/>
                  </a:lnTo>
                  <a:lnTo>
                    <a:pt x="1062008" y="9039"/>
                  </a:lnTo>
                  <a:lnTo>
                    <a:pt x="1015253" y="10496"/>
                  </a:lnTo>
                  <a:lnTo>
                    <a:pt x="971949" y="12542"/>
                  </a:lnTo>
                  <a:lnTo>
                    <a:pt x="931786" y="15032"/>
                  </a:lnTo>
                  <a:lnTo>
                    <a:pt x="859632" y="20767"/>
                  </a:lnTo>
                  <a:lnTo>
                    <a:pt x="834250" y="22596"/>
                  </a:lnTo>
                  <a:lnTo>
                    <a:pt x="764031" y="25660"/>
                  </a:lnTo>
                  <a:lnTo>
                    <a:pt x="720626" y="26882"/>
                  </a:lnTo>
                  <a:lnTo>
                    <a:pt x="672645" y="27889"/>
                  </a:lnTo>
                  <a:lnTo>
                    <a:pt x="620802" y="28674"/>
                  </a:lnTo>
                  <a:lnTo>
                    <a:pt x="565814" y="29230"/>
                  </a:lnTo>
                  <a:lnTo>
                    <a:pt x="508395" y="29551"/>
                  </a:lnTo>
                  <a:lnTo>
                    <a:pt x="449262" y="29631"/>
                  </a:lnTo>
                  <a:lnTo>
                    <a:pt x="389129" y="29461"/>
                  </a:lnTo>
                  <a:lnTo>
                    <a:pt x="328712" y="29037"/>
                  </a:lnTo>
                  <a:lnTo>
                    <a:pt x="268726" y="28351"/>
                  </a:lnTo>
                  <a:lnTo>
                    <a:pt x="209887" y="27397"/>
                  </a:lnTo>
                  <a:lnTo>
                    <a:pt x="152910" y="26168"/>
                  </a:lnTo>
                  <a:lnTo>
                    <a:pt x="98511" y="24658"/>
                  </a:lnTo>
                  <a:lnTo>
                    <a:pt x="47404" y="22860"/>
                  </a:lnTo>
                  <a:lnTo>
                    <a:pt x="305" y="20767"/>
                  </a:lnTo>
                  <a:lnTo>
                    <a:pt x="0" y="15658"/>
                  </a:lnTo>
                  <a:lnTo>
                    <a:pt x="790" y="10317"/>
                  </a:lnTo>
                  <a:lnTo>
                    <a:pt x="305" y="7051"/>
                  </a:lnTo>
                  <a:close/>
                </a:path>
              </a:pathLst>
            </a:custGeom>
            <a:noFill/>
            <a:ln cap="flat" cmpd="sng" w="56650">
              <a:solidFill>
                <a:srgbClr val="C050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72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2"/>
          <p:cNvSpPr txBox="1"/>
          <p:nvPr>
            <p:ph type="title"/>
          </p:nvPr>
        </p:nvSpPr>
        <p:spPr>
          <a:xfrm>
            <a:off x="225425" y="69860"/>
            <a:ext cx="6346200" cy="4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Project Pipeline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92" name="Google Shape;92;p12"/>
          <p:cNvGrpSpPr/>
          <p:nvPr/>
        </p:nvGrpSpPr>
        <p:grpSpPr>
          <a:xfrm flipH="1" rot="10800000">
            <a:off x="225429" y="488196"/>
            <a:ext cx="4372118" cy="50225"/>
            <a:chOff x="550708" y="1239152"/>
            <a:chExt cx="3183890" cy="36586"/>
          </a:xfrm>
        </p:grpSpPr>
        <p:sp>
          <p:nvSpPr>
            <p:cNvPr id="93" name="Google Shape;93;p12"/>
            <p:cNvSpPr/>
            <p:nvPr/>
          </p:nvSpPr>
          <p:spPr>
            <a:xfrm>
              <a:off x="551014" y="1239152"/>
              <a:ext cx="3183254" cy="35559"/>
            </a:xfrm>
            <a:custGeom>
              <a:rect b="b" l="l" r="r" t="t"/>
              <a:pathLst>
                <a:path extrusionOk="0" h="35559" w="3183254">
                  <a:moveTo>
                    <a:pt x="1941736" y="22141"/>
                  </a:moveTo>
                  <a:lnTo>
                    <a:pt x="1545110" y="22141"/>
                  </a:lnTo>
                  <a:lnTo>
                    <a:pt x="1584910" y="21235"/>
                  </a:lnTo>
                  <a:lnTo>
                    <a:pt x="1636105" y="18472"/>
                  </a:lnTo>
                  <a:lnTo>
                    <a:pt x="1731416" y="9396"/>
                  </a:lnTo>
                  <a:lnTo>
                    <a:pt x="1779324" y="5899"/>
                  </a:lnTo>
                  <a:lnTo>
                    <a:pt x="1829843" y="3257"/>
                  </a:lnTo>
                  <a:lnTo>
                    <a:pt x="1882268" y="1423"/>
                  </a:lnTo>
                  <a:lnTo>
                    <a:pt x="1937581" y="319"/>
                  </a:lnTo>
                  <a:lnTo>
                    <a:pt x="1990010" y="0"/>
                  </a:lnTo>
                  <a:lnTo>
                    <a:pt x="2043916" y="319"/>
                  </a:lnTo>
                  <a:lnTo>
                    <a:pt x="2096903" y="1264"/>
                  </a:lnTo>
                  <a:lnTo>
                    <a:pt x="2148266" y="2791"/>
                  </a:lnTo>
                  <a:lnTo>
                    <a:pt x="2195663" y="4783"/>
                  </a:lnTo>
                  <a:lnTo>
                    <a:pt x="2196059" y="4783"/>
                  </a:lnTo>
                  <a:lnTo>
                    <a:pt x="2243298" y="7404"/>
                  </a:lnTo>
                  <a:lnTo>
                    <a:pt x="2285555" y="10399"/>
                  </a:lnTo>
                  <a:lnTo>
                    <a:pt x="2353305" y="16261"/>
                  </a:lnTo>
                  <a:lnTo>
                    <a:pt x="2371355" y="17261"/>
                  </a:lnTo>
                  <a:lnTo>
                    <a:pt x="2136251" y="17261"/>
                  </a:lnTo>
                  <a:lnTo>
                    <a:pt x="2083979" y="17642"/>
                  </a:lnTo>
                  <a:lnTo>
                    <a:pt x="2020227" y="18939"/>
                  </a:lnTo>
                  <a:lnTo>
                    <a:pt x="2024199" y="18939"/>
                  </a:lnTo>
                  <a:lnTo>
                    <a:pt x="1981328" y="20386"/>
                  </a:lnTo>
                  <a:lnTo>
                    <a:pt x="1978963" y="20386"/>
                  </a:lnTo>
                  <a:lnTo>
                    <a:pt x="1941736" y="22141"/>
                  </a:lnTo>
                  <a:close/>
                </a:path>
                <a:path extrusionOk="0" h="35559" w="3183254">
                  <a:moveTo>
                    <a:pt x="0" y="27509"/>
                  </a:moveTo>
                  <a:lnTo>
                    <a:pt x="0" y="13793"/>
                  </a:lnTo>
                  <a:lnTo>
                    <a:pt x="125741" y="6751"/>
                  </a:lnTo>
                  <a:lnTo>
                    <a:pt x="236075" y="1964"/>
                  </a:lnTo>
                  <a:lnTo>
                    <a:pt x="287022" y="651"/>
                  </a:lnTo>
                  <a:lnTo>
                    <a:pt x="335987" y="182"/>
                  </a:lnTo>
                  <a:lnTo>
                    <a:pt x="383410" y="651"/>
                  </a:lnTo>
                  <a:lnTo>
                    <a:pt x="430462" y="2155"/>
                  </a:lnTo>
                  <a:lnTo>
                    <a:pt x="477218" y="4783"/>
                  </a:lnTo>
                  <a:lnTo>
                    <a:pt x="524484" y="8631"/>
                  </a:lnTo>
                  <a:lnTo>
                    <a:pt x="619559" y="18472"/>
                  </a:lnTo>
                  <a:lnTo>
                    <a:pt x="618373" y="18472"/>
                  </a:lnTo>
                  <a:lnTo>
                    <a:pt x="668730" y="21772"/>
                  </a:lnTo>
                  <a:lnTo>
                    <a:pt x="667379" y="21772"/>
                  </a:lnTo>
                  <a:lnTo>
                    <a:pt x="677841" y="22141"/>
                  </a:lnTo>
                  <a:lnTo>
                    <a:pt x="70643" y="22141"/>
                  </a:lnTo>
                  <a:lnTo>
                    <a:pt x="28449" y="24048"/>
                  </a:lnTo>
                  <a:lnTo>
                    <a:pt x="32384" y="24048"/>
                  </a:lnTo>
                  <a:lnTo>
                    <a:pt x="0" y="27509"/>
                  </a:lnTo>
                  <a:close/>
                </a:path>
                <a:path extrusionOk="0" h="35559" w="3183254">
                  <a:moveTo>
                    <a:pt x="1371977" y="19489"/>
                  </a:moveTo>
                  <a:lnTo>
                    <a:pt x="939312" y="19489"/>
                  </a:lnTo>
                  <a:lnTo>
                    <a:pt x="1062151" y="14973"/>
                  </a:lnTo>
                  <a:lnTo>
                    <a:pt x="1113941" y="13793"/>
                  </a:lnTo>
                  <a:lnTo>
                    <a:pt x="1166367" y="13571"/>
                  </a:lnTo>
                  <a:lnTo>
                    <a:pt x="1218927" y="14374"/>
                  </a:lnTo>
                  <a:lnTo>
                    <a:pt x="1371977" y="19489"/>
                  </a:lnTo>
                  <a:close/>
                </a:path>
                <a:path extrusionOk="0" h="35559" w="3183254">
                  <a:moveTo>
                    <a:pt x="3182690" y="27509"/>
                  </a:moveTo>
                  <a:lnTo>
                    <a:pt x="3144923" y="23271"/>
                  </a:lnTo>
                  <a:lnTo>
                    <a:pt x="3102401" y="20386"/>
                  </a:lnTo>
                  <a:lnTo>
                    <a:pt x="3100749" y="20386"/>
                  </a:lnTo>
                  <a:lnTo>
                    <a:pt x="3058914" y="18939"/>
                  </a:lnTo>
                  <a:lnTo>
                    <a:pt x="3007222" y="18472"/>
                  </a:lnTo>
                  <a:lnTo>
                    <a:pt x="2925511" y="18472"/>
                  </a:lnTo>
                  <a:lnTo>
                    <a:pt x="3182690" y="13793"/>
                  </a:lnTo>
                  <a:lnTo>
                    <a:pt x="3183037" y="15874"/>
                  </a:lnTo>
                  <a:lnTo>
                    <a:pt x="3182915" y="26050"/>
                  </a:lnTo>
                  <a:lnTo>
                    <a:pt x="3182839" y="26546"/>
                  </a:lnTo>
                  <a:lnTo>
                    <a:pt x="3182785" y="26892"/>
                  </a:lnTo>
                  <a:lnTo>
                    <a:pt x="3182690" y="27509"/>
                  </a:lnTo>
                  <a:close/>
                </a:path>
                <a:path extrusionOk="0" h="35559" w="3183254">
                  <a:moveTo>
                    <a:pt x="2485281" y="21055"/>
                  </a:moveTo>
                  <a:lnTo>
                    <a:pt x="2329676" y="21055"/>
                  </a:lnTo>
                  <a:lnTo>
                    <a:pt x="2228788" y="18221"/>
                  </a:lnTo>
                  <a:lnTo>
                    <a:pt x="2183156" y="17510"/>
                  </a:lnTo>
                  <a:lnTo>
                    <a:pt x="2132604" y="17261"/>
                  </a:lnTo>
                  <a:lnTo>
                    <a:pt x="2371355" y="17261"/>
                  </a:lnTo>
                  <a:lnTo>
                    <a:pt x="2388683" y="18221"/>
                  </a:lnTo>
                  <a:lnTo>
                    <a:pt x="2434000" y="19899"/>
                  </a:lnTo>
                  <a:lnTo>
                    <a:pt x="2436807" y="19899"/>
                  </a:lnTo>
                  <a:lnTo>
                    <a:pt x="2485281" y="21055"/>
                  </a:lnTo>
                  <a:close/>
                </a:path>
                <a:path extrusionOk="0" h="35559" w="3183254">
                  <a:moveTo>
                    <a:pt x="2854997" y="21772"/>
                  </a:moveTo>
                  <a:lnTo>
                    <a:pt x="2630724" y="21772"/>
                  </a:lnTo>
                  <a:lnTo>
                    <a:pt x="2707008" y="21428"/>
                  </a:lnTo>
                  <a:lnTo>
                    <a:pt x="2695957" y="21428"/>
                  </a:lnTo>
                  <a:lnTo>
                    <a:pt x="2863082" y="19489"/>
                  </a:lnTo>
                  <a:lnTo>
                    <a:pt x="2862385" y="19489"/>
                  </a:lnTo>
                  <a:lnTo>
                    <a:pt x="2926400" y="18472"/>
                  </a:lnTo>
                  <a:lnTo>
                    <a:pt x="3023652" y="18472"/>
                  </a:lnTo>
                  <a:lnTo>
                    <a:pt x="2966696" y="18939"/>
                  </a:lnTo>
                  <a:lnTo>
                    <a:pt x="2920322" y="19899"/>
                  </a:lnTo>
                  <a:lnTo>
                    <a:pt x="2919399" y="19899"/>
                  </a:lnTo>
                  <a:lnTo>
                    <a:pt x="2854997" y="21772"/>
                  </a:lnTo>
                  <a:close/>
                </a:path>
                <a:path extrusionOk="0" h="35559" w="3183254">
                  <a:moveTo>
                    <a:pt x="825364" y="23271"/>
                  </a:moveTo>
                  <a:lnTo>
                    <a:pt x="709894" y="23271"/>
                  </a:lnTo>
                  <a:lnTo>
                    <a:pt x="693868" y="22706"/>
                  </a:lnTo>
                  <a:lnTo>
                    <a:pt x="736173" y="21055"/>
                  </a:lnTo>
                  <a:lnTo>
                    <a:pt x="731441" y="21055"/>
                  </a:lnTo>
                  <a:lnTo>
                    <a:pt x="805041" y="19489"/>
                  </a:lnTo>
                  <a:lnTo>
                    <a:pt x="864816" y="19192"/>
                  </a:lnTo>
                  <a:lnTo>
                    <a:pt x="939312" y="19489"/>
                  </a:lnTo>
                  <a:lnTo>
                    <a:pt x="916756" y="20386"/>
                  </a:lnTo>
                  <a:lnTo>
                    <a:pt x="917339" y="20386"/>
                  </a:lnTo>
                  <a:lnTo>
                    <a:pt x="867750" y="22141"/>
                  </a:lnTo>
                  <a:lnTo>
                    <a:pt x="869439" y="22141"/>
                  </a:lnTo>
                  <a:lnTo>
                    <a:pt x="825364" y="23271"/>
                  </a:lnTo>
                  <a:close/>
                </a:path>
                <a:path extrusionOk="0" h="35559" w="3183254">
                  <a:moveTo>
                    <a:pt x="1236560" y="29258"/>
                  </a:moveTo>
                  <a:lnTo>
                    <a:pt x="1196011" y="28713"/>
                  </a:lnTo>
                  <a:lnTo>
                    <a:pt x="1197693" y="28713"/>
                  </a:lnTo>
                  <a:lnTo>
                    <a:pt x="1155736" y="27509"/>
                  </a:lnTo>
                  <a:lnTo>
                    <a:pt x="1156584" y="27509"/>
                  </a:lnTo>
                  <a:lnTo>
                    <a:pt x="1031033" y="22706"/>
                  </a:lnTo>
                  <a:lnTo>
                    <a:pt x="1032218" y="22706"/>
                  </a:lnTo>
                  <a:lnTo>
                    <a:pt x="979691" y="21055"/>
                  </a:lnTo>
                  <a:lnTo>
                    <a:pt x="981883" y="21055"/>
                  </a:lnTo>
                  <a:lnTo>
                    <a:pt x="928995" y="19899"/>
                  </a:lnTo>
                  <a:lnTo>
                    <a:pt x="895916" y="19489"/>
                  </a:lnTo>
                  <a:lnTo>
                    <a:pt x="1371169" y="19489"/>
                  </a:lnTo>
                  <a:lnTo>
                    <a:pt x="1427206" y="21235"/>
                  </a:lnTo>
                  <a:lnTo>
                    <a:pt x="1426062" y="21235"/>
                  </a:lnTo>
                  <a:lnTo>
                    <a:pt x="1472204" y="22141"/>
                  </a:lnTo>
                  <a:lnTo>
                    <a:pt x="1941736" y="22141"/>
                  </a:lnTo>
                  <a:lnTo>
                    <a:pt x="1917755" y="23271"/>
                  </a:lnTo>
                  <a:lnTo>
                    <a:pt x="1916455" y="23271"/>
                  </a:lnTo>
                  <a:lnTo>
                    <a:pt x="1874218" y="25810"/>
                  </a:lnTo>
                  <a:lnTo>
                    <a:pt x="1345800" y="25810"/>
                  </a:lnTo>
                  <a:lnTo>
                    <a:pt x="1271757" y="28913"/>
                  </a:lnTo>
                  <a:lnTo>
                    <a:pt x="1236560" y="29258"/>
                  </a:lnTo>
                  <a:close/>
                </a:path>
                <a:path extrusionOk="0" h="35559" w="3183254">
                  <a:moveTo>
                    <a:pt x="2599306" y="27855"/>
                  </a:moveTo>
                  <a:lnTo>
                    <a:pt x="2546152" y="27509"/>
                  </a:lnTo>
                  <a:lnTo>
                    <a:pt x="2414690" y="24048"/>
                  </a:lnTo>
                  <a:lnTo>
                    <a:pt x="2414171" y="24048"/>
                  </a:lnTo>
                  <a:lnTo>
                    <a:pt x="2328568" y="21055"/>
                  </a:lnTo>
                  <a:lnTo>
                    <a:pt x="2493659" y="21055"/>
                  </a:lnTo>
                  <a:lnTo>
                    <a:pt x="2520374" y="21428"/>
                  </a:lnTo>
                  <a:lnTo>
                    <a:pt x="2518752" y="21428"/>
                  </a:lnTo>
                  <a:lnTo>
                    <a:pt x="2854997" y="21772"/>
                  </a:lnTo>
                  <a:lnTo>
                    <a:pt x="2706703" y="26291"/>
                  </a:lnTo>
                  <a:lnTo>
                    <a:pt x="2652929" y="27380"/>
                  </a:lnTo>
                  <a:lnTo>
                    <a:pt x="2599306" y="27855"/>
                  </a:lnTo>
                  <a:close/>
                </a:path>
                <a:path extrusionOk="0" h="35559" w="3183254">
                  <a:moveTo>
                    <a:pt x="387844" y="34296"/>
                  </a:moveTo>
                  <a:lnTo>
                    <a:pt x="329519" y="33176"/>
                  </a:lnTo>
                  <a:lnTo>
                    <a:pt x="276854" y="31109"/>
                  </a:lnTo>
                  <a:lnTo>
                    <a:pt x="183645" y="25810"/>
                  </a:lnTo>
                  <a:lnTo>
                    <a:pt x="151669" y="24048"/>
                  </a:lnTo>
                  <a:lnTo>
                    <a:pt x="155034" y="24048"/>
                  </a:lnTo>
                  <a:lnTo>
                    <a:pt x="103512" y="22141"/>
                  </a:lnTo>
                  <a:lnTo>
                    <a:pt x="677841" y="22141"/>
                  </a:lnTo>
                  <a:lnTo>
                    <a:pt x="693868" y="22706"/>
                  </a:lnTo>
                  <a:lnTo>
                    <a:pt x="679383" y="23271"/>
                  </a:lnTo>
                  <a:lnTo>
                    <a:pt x="677997" y="23271"/>
                  </a:lnTo>
                  <a:lnTo>
                    <a:pt x="524646" y="31907"/>
                  </a:lnTo>
                  <a:lnTo>
                    <a:pt x="452622" y="34021"/>
                  </a:lnTo>
                  <a:lnTo>
                    <a:pt x="387844" y="34296"/>
                  </a:lnTo>
                  <a:close/>
                </a:path>
                <a:path extrusionOk="0" h="35559" w="3183254">
                  <a:moveTo>
                    <a:pt x="766695" y="24048"/>
                  </a:moveTo>
                  <a:lnTo>
                    <a:pt x="687425" y="23271"/>
                  </a:lnTo>
                  <a:lnTo>
                    <a:pt x="840328" y="23271"/>
                  </a:lnTo>
                  <a:lnTo>
                    <a:pt x="766695" y="24048"/>
                  </a:lnTo>
                  <a:close/>
                </a:path>
                <a:path extrusionOk="0" h="35559" w="3183254">
                  <a:moveTo>
                    <a:pt x="1633754" y="35135"/>
                  </a:moveTo>
                  <a:lnTo>
                    <a:pt x="1579137" y="34465"/>
                  </a:lnTo>
                  <a:lnTo>
                    <a:pt x="1580059" y="34465"/>
                  </a:lnTo>
                  <a:lnTo>
                    <a:pt x="1533795" y="32921"/>
                  </a:lnTo>
                  <a:lnTo>
                    <a:pt x="1416972" y="26892"/>
                  </a:lnTo>
                  <a:lnTo>
                    <a:pt x="1381031" y="25810"/>
                  </a:lnTo>
                  <a:lnTo>
                    <a:pt x="1874218" y="25810"/>
                  </a:lnTo>
                  <a:lnTo>
                    <a:pt x="1764979" y="32060"/>
                  </a:lnTo>
                  <a:lnTo>
                    <a:pt x="1694729" y="34465"/>
                  </a:lnTo>
                  <a:lnTo>
                    <a:pt x="1633754" y="35135"/>
                  </a:lnTo>
                  <a:close/>
                </a:path>
              </a:pathLst>
            </a:custGeom>
            <a:solidFill>
              <a:srgbClr val="C0504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72"/>
            </a:p>
          </p:txBody>
        </p:sp>
        <p:sp>
          <p:nvSpPr>
            <p:cNvPr id="94" name="Google Shape;94;p12"/>
            <p:cNvSpPr/>
            <p:nvPr/>
          </p:nvSpPr>
          <p:spPr>
            <a:xfrm>
              <a:off x="550708" y="1245894"/>
              <a:ext cx="3183890" cy="29844"/>
            </a:xfrm>
            <a:custGeom>
              <a:rect b="b" l="l" r="r" t="t"/>
              <a:pathLst>
                <a:path extrusionOk="0" h="29844" w="3183890">
                  <a:moveTo>
                    <a:pt x="305" y="7051"/>
                  </a:moveTo>
                  <a:lnTo>
                    <a:pt x="57166" y="10801"/>
                  </a:lnTo>
                  <a:lnTo>
                    <a:pt x="111015" y="13223"/>
                  </a:lnTo>
                  <a:lnTo>
                    <a:pt x="162314" y="14507"/>
                  </a:lnTo>
                  <a:lnTo>
                    <a:pt x="211527" y="14847"/>
                  </a:lnTo>
                  <a:lnTo>
                    <a:pt x="259115" y="14434"/>
                  </a:lnTo>
                  <a:lnTo>
                    <a:pt x="305542" y="13459"/>
                  </a:lnTo>
                  <a:lnTo>
                    <a:pt x="351270" y="12116"/>
                  </a:lnTo>
                  <a:lnTo>
                    <a:pt x="396760" y="10595"/>
                  </a:lnTo>
                  <a:lnTo>
                    <a:pt x="442476" y="9089"/>
                  </a:lnTo>
                  <a:lnTo>
                    <a:pt x="488880" y="7789"/>
                  </a:lnTo>
                  <a:lnTo>
                    <a:pt x="536434" y="6889"/>
                  </a:lnTo>
                  <a:lnTo>
                    <a:pt x="585601" y="6578"/>
                  </a:lnTo>
                  <a:lnTo>
                    <a:pt x="636843" y="7051"/>
                  </a:lnTo>
                  <a:lnTo>
                    <a:pt x="687986" y="7883"/>
                  </a:lnTo>
                  <a:lnTo>
                    <a:pt x="736888" y="8535"/>
                  </a:lnTo>
                  <a:lnTo>
                    <a:pt x="784060" y="9016"/>
                  </a:lnTo>
                  <a:lnTo>
                    <a:pt x="830015" y="9339"/>
                  </a:lnTo>
                  <a:lnTo>
                    <a:pt x="875266" y="9515"/>
                  </a:lnTo>
                  <a:lnTo>
                    <a:pt x="920325" y="9557"/>
                  </a:lnTo>
                  <a:lnTo>
                    <a:pt x="965703" y="9475"/>
                  </a:lnTo>
                  <a:lnTo>
                    <a:pt x="1011914" y="9282"/>
                  </a:lnTo>
                  <a:lnTo>
                    <a:pt x="1059469" y="8988"/>
                  </a:lnTo>
                  <a:lnTo>
                    <a:pt x="1108881" y="8607"/>
                  </a:lnTo>
                  <a:lnTo>
                    <a:pt x="1160663" y="8149"/>
                  </a:lnTo>
                  <a:lnTo>
                    <a:pt x="1215325" y="7627"/>
                  </a:lnTo>
                  <a:lnTo>
                    <a:pt x="1273381" y="7051"/>
                  </a:lnTo>
                  <a:lnTo>
                    <a:pt x="1331684" y="6334"/>
                  </a:lnTo>
                  <a:lnTo>
                    <a:pt x="1387002" y="5435"/>
                  </a:lnTo>
                  <a:lnTo>
                    <a:pt x="1439726" y="4436"/>
                  </a:lnTo>
                  <a:lnTo>
                    <a:pt x="1490245" y="3420"/>
                  </a:lnTo>
                  <a:lnTo>
                    <a:pt x="1538948" y="2468"/>
                  </a:lnTo>
                  <a:lnTo>
                    <a:pt x="1586225" y="1663"/>
                  </a:lnTo>
                  <a:lnTo>
                    <a:pt x="1632464" y="1088"/>
                  </a:lnTo>
                  <a:lnTo>
                    <a:pt x="1678055" y="824"/>
                  </a:lnTo>
                  <a:lnTo>
                    <a:pt x="1723388" y="953"/>
                  </a:lnTo>
                  <a:lnTo>
                    <a:pt x="1768852" y="1558"/>
                  </a:lnTo>
                  <a:lnTo>
                    <a:pt x="1814836" y="2721"/>
                  </a:lnTo>
                  <a:lnTo>
                    <a:pt x="1861729" y="4525"/>
                  </a:lnTo>
                  <a:lnTo>
                    <a:pt x="1909920" y="7051"/>
                  </a:lnTo>
                  <a:lnTo>
                    <a:pt x="1965030" y="9584"/>
                  </a:lnTo>
                  <a:lnTo>
                    <a:pt x="2015506" y="10533"/>
                  </a:lnTo>
                  <a:lnTo>
                    <a:pt x="2062691" y="10258"/>
                  </a:lnTo>
                  <a:lnTo>
                    <a:pt x="2107926" y="9117"/>
                  </a:lnTo>
                  <a:lnTo>
                    <a:pt x="2152556" y="7470"/>
                  </a:lnTo>
                  <a:lnTo>
                    <a:pt x="2197923" y="5675"/>
                  </a:lnTo>
                  <a:lnTo>
                    <a:pt x="2245369" y="4091"/>
                  </a:lnTo>
                  <a:lnTo>
                    <a:pt x="2296237" y="3078"/>
                  </a:lnTo>
                  <a:lnTo>
                    <a:pt x="2351871" y="2994"/>
                  </a:lnTo>
                  <a:lnTo>
                    <a:pt x="2413612" y="4199"/>
                  </a:lnTo>
                  <a:lnTo>
                    <a:pt x="2482804" y="7051"/>
                  </a:lnTo>
                  <a:lnTo>
                    <a:pt x="2540177" y="9315"/>
                  </a:lnTo>
                  <a:lnTo>
                    <a:pt x="2596921" y="10301"/>
                  </a:lnTo>
                  <a:lnTo>
                    <a:pt x="2652913" y="10240"/>
                  </a:lnTo>
                  <a:lnTo>
                    <a:pt x="2708024" y="9365"/>
                  </a:lnTo>
                  <a:lnTo>
                    <a:pt x="2762129" y="7908"/>
                  </a:lnTo>
                  <a:lnTo>
                    <a:pt x="2815103" y="6104"/>
                  </a:lnTo>
                  <a:lnTo>
                    <a:pt x="2866818" y="4183"/>
                  </a:lnTo>
                  <a:lnTo>
                    <a:pt x="2917148" y="2380"/>
                  </a:lnTo>
                  <a:lnTo>
                    <a:pt x="2965969" y="926"/>
                  </a:lnTo>
                  <a:lnTo>
                    <a:pt x="3013152" y="55"/>
                  </a:lnTo>
                  <a:lnTo>
                    <a:pt x="3058573" y="0"/>
                  </a:lnTo>
                  <a:lnTo>
                    <a:pt x="3102105" y="992"/>
                  </a:lnTo>
                  <a:lnTo>
                    <a:pt x="3143621" y="3264"/>
                  </a:lnTo>
                  <a:lnTo>
                    <a:pt x="3182996" y="7051"/>
                  </a:lnTo>
                  <a:lnTo>
                    <a:pt x="3183438" y="10438"/>
                  </a:lnTo>
                  <a:lnTo>
                    <a:pt x="3182169" y="16250"/>
                  </a:lnTo>
                  <a:lnTo>
                    <a:pt x="3182996" y="20767"/>
                  </a:lnTo>
                  <a:lnTo>
                    <a:pt x="3122533" y="20575"/>
                  </a:lnTo>
                  <a:lnTo>
                    <a:pt x="3068602" y="20611"/>
                  </a:lnTo>
                  <a:lnTo>
                    <a:pt x="3019583" y="20813"/>
                  </a:lnTo>
                  <a:lnTo>
                    <a:pt x="2973859" y="21116"/>
                  </a:lnTo>
                  <a:lnTo>
                    <a:pt x="2929812" y="21458"/>
                  </a:lnTo>
                  <a:lnTo>
                    <a:pt x="2885823" y="21775"/>
                  </a:lnTo>
                  <a:lnTo>
                    <a:pt x="2840274" y="22004"/>
                  </a:lnTo>
                  <a:lnTo>
                    <a:pt x="2791546" y="22081"/>
                  </a:lnTo>
                  <a:lnTo>
                    <a:pt x="2738023" y="21942"/>
                  </a:lnTo>
                  <a:lnTo>
                    <a:pt x="2678084" y="21526"/>
                  </a:lnTo>
                  <a:lnTo>
                    <a:pt x="2610112" y="20767"/>
                  </a:lnTo>
                  <a:lnTo>
                    <a:pt x="2543486" y="20208"/>
                  </a:lnTo>
                  <a:lnTo>
                    <a:pt x="2487151" y="20312"/>
                  </a:lnTo>
                  <a:lnTo>
                    <a:pt x="2438839" y="20894"/>
                  </a:lnTo>
                  <a:lnTo>
                    <a:pt x="2396282" y="21771"/>
                  </a:lnTo>
                  <a:lnTo>
                    <a:pt x="2357214" y="22760"/>
                  </a:lnTo>
                  <a:lnTo>
                    <a:pt x="2319365" y="23678"/>
                  </a:lnTo>
                  <a:lnTo>
                    <a:pt x="2280469" y="24340"/>
                  </a:lnTo>
                  <a:lnTo>
                    <a:pt x="2238257" y="24563"/>
                  </a:lnTo>
                  <a:lnTo>
                    <a:pt x="2190463" y="24165"/>
                  </a:lnTo>
                  <a:lnTo>
                    <a:pt x="2134818" y="22960"/>
                  </a:lnTo>
                  <a:lnTo>
                    <a:pt x="2069054" y="20767"/>
                  </a:lnTo>
                  <a:lnTo>
                    <a:pt x="2011341" y="19138"/>
                  </a:lnTo>
                  <a:lnTo>
                    <a:pt x="1958681" y="18733"/>
                  </a:lnTo>
                  <a:lnTo>
                    <a:pt x="1910093" y="19292"/>
                  </a:lnTo>
                  <a:lnTo>
                    <a:pt x="1864597" y="20554"/>
                  </a:lnTo>
                  <a:lnTo>
                    <a:pt x="1821213" y="22261"/>
                  </a:lnTo>
                  <a:lnTo>
                    <a:pt x="1778960" y="24152"/>
                  </a:lnTo>
                  <a:lnTo>
                    <a:pt x="1736858" y="25969"/>
                  </a:lnTo>
                  <a:lnTo>
                    <a:pt x="1693926" y="27452"/>
                  </a:lnTo>
                  <a:lnTo>
                    <a:pt x="1649185" y="28341"/>
                  </a:lnTo>
                  <a:lnTo>
                    <a:pt x="1601654" y="28376"/>
                  </a:lnTo>
                  <a:lnTo>
                    <a:pt x="1550352" y="27299"/>
                  </a:lnTo>
                  <a:lnTo>
                    <a:pt x="1494300" y="24849"/>
                  </a:lnTo>
                  <a:lnTo>
                    <a:pt x="1432516" y="20767"/>
                  </a:lnTo>
                  <a:lnTo>
                    <a:pt x="1358493" y="15652"/>
                  </a:lnTo>
                  <a:lnTo>
                    <a:pt x="1289795" y="11995"/>
                  </a:lnTo>
                  <a:lnTo>
                    <a:pt x="1226109" y="9649"/>
                  </a:lnTo>
                  <a:lnTo>
                    <a:pt x="1167124" y="8471"/>
                  </a:lnTo>
                  <a:lnTo>
                    <a:pt x="1112528" y="8316"/>
                  </a:lnTo>
                  <a:lnTo>
                    <a:pt x="1062008" y="9039"/>
                  </a:lnTo>
                  <a:lnTo>
                    <a:pt x="1015253" y="10496"/>
                  </a:lnTo>
                  <a:lnTo>
                    <a:pt x="971949" y="12542"/>
                  </a:lnTo>
                  <a:lnTo>
                    <a:pt x="931786" y="15032"/>
                  </a:lnTo>
                  <a:lnTo>
                    <a:pt x="859632" y="20767"/>
                  </a:lnTo>
                  <a:lnTo>
                    <a:pt x="834250" y="22596"/>
                  </a:lnTo>
                  <a:lnTo>
                    <a:pt x="764031" y="25660"/>
                  </a:lnTo>
                  <a:lnTo>
                    <a:pt x="720626" y="26882"/>
                  </a:lnTo>
                  <a:lnTo>
                    <a:pt x="672645" y="27889"/>
                  </a:lnTo>
                  <a:lnTo>
                    <a:pt x="620802" y="28674"/>
                  </a:lnTo>
                  <a:lnTo>
                    <a:pt x="565814" y="29230"/>
                  </a:lnTo>
                  <a:lnTo>
                    <a:pt x="508395" y="29551"/>
                  </a:lnTo>
                  <a:lnTo>
                    <a:pt x="449262" y="29631"/>
                  </a:lnTo>
                  <a:lnTo>
                    <a:pt x="389129" y="29461"/>
                  </a:lnTo>
                  <a:lnTo>
                    <a:pt x="328712" y="29037"/>
                  </a:lnTo>
                  <a:lnTo>
                    <a:pt x="268726" y="28351"/>
                  </a:lnTo>
                  <a:lnTo>
                    <a:pt x="209887" y="27397"/>
                  </a:lnTo>
                  <a:lnTo>
                    <a:pt x="152910" y="26168"/>
                  </a:lnTo>
                  <a:lnTo>
                    <a:pt x="98511" y="24658"/>
                  </a:lnTo>
                  <a:lnTo>
                    <a:pt x="47404" y="22860"/>
                  </a:lnTo>
                  <a:lnTo>
                    <a:pt x="305" y="20767"/>
                  </a:lnTo>
                  <a:lnTo>
                    <a:pt x="0" y="15658"/>
                  </a:lnTo>
                  <a:lnTo>
                    <a:pt x="790" y="10317"/>
                  </a:lnTo>
                  <a:lnTo>
                    <a:pt x="305" y="7051"/>
                  </a:lnTo>
                  <a:close/>
                </a:path>
              </a:pathLst>
            </a:custGeom>
            <a:noFill/>
            <a:ln cap="flat" cmpd="sng" w="56650">
              <a:solidFill>
                <a:srgbClr val="C050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72"/>
            </a:p>
          </p:txBody>
        </p:sp>
      </p:grpSp>
      <p:pic>
        <p:nvPicPr>
          <p:cNvPr id="95" name="Google Shape;95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49200" y="48725"/>
            <a:ext cx="1214425" cy="706926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68623" y="755651"/>
            <a:ext cx="4593431" cy="4083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3"/>
          <p:cNvSpPr txBox="1"/>
          <p:nvPr>
            <p:ph type="title"/>
          </p:nvPr>
        </p:nvSpPr>
        <p:spPr>
          <a:xfrm>
            <a:off x="393675" y="-179450"/>
            <a:ext cx="3553200" cy="6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802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Challenges &amp; Learnings 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02" name="Google Shape;102;p13"/>
          <p:cNvGraphicFramePr/>
          <p:nvPr/>
        </p:nvGraphicFramePr>
        <p:xfrm>
          <a:off x="222825" y="77278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{CE7C8F39-FD13-4373-A043-48095EB0CFB1}</a:tableStyleId>
              </a:tblPr>
              <a:tblGrid>
                <a:gridCol w="4122700"/>
                <a:gridCol w="4122700"/>
              </a:tblGrid>
              <a:tr h="227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CHALLENGES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LEARNINGS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</a:tr>
              <a:tr h="704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Severe class imbalance </a:t>
                      </a:r>
                      <a:r>
                        <a:rPr lang="en-US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 both issue type (Bug 54% vs Test &lt;1%) and priority (P3 67% vs P1 3%) — models default to majority class, making P1/P2 detection unreliable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CAP/MIN resampling for DistilBERT, balanced sample weights for XGBoost,</a:t>
                      </a:r>
                      <a:r>
                        <a:rPr lang="en-US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and rule-based escalation for high-risk P1/P2 tickets.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</a:tr>
              <a:tr h="704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Noisy OSS priority labels </a:t>
                      </a:r>
                      <a:r>
                        <a:rPr lang="en-US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— </a:t>
                      </a:r>
                      <a:r>
                        <a:rPr lang="en-US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same bug description assigned P1 in one project and P3 in another; model learns inconsistent ground truth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Priority prediction from text alone has a fundamental ceiling; </a:t>
                      </a:r>
                      <a:r>
                        <a:rPr b="1" lang="en-US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HITL correction</a:t>
                      </a:r>
                      <a:r>
                        <a:rPr lang="en-US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is not just a safety net but a necessary component for reliable triage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</a:tr>
              <a:tr h="864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b="1" i="0" lang="en-US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Extracting meaningful features from Docker </a:t>
                      </a:r>
                      <a:r>
                        <a:rPr i="0" lang="en-US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— frontend container cannot access backend filesystem; required multipart file upload API for CSV training</a:t>
                      </a:r>
                      <a:endParaRPr i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Gained experience in building a designing </a:t>
                      </a:r>
                      <a:r>
                        <a:rPr b="1" lang="en-US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Docker-native APIs;</a:t>
                      </a:r>
                      <a:r>
                        <a:rPr lang="en-US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no shared filesystem between containers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</a:tr>
              <a:tr h="1023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b="1" i="0" lang="en-US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Integrating multiple components</a:t>
                      </a:r>
                      <a:r>
                        <a:rPr i="0" lang="en-US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(Streamlit st.radio ignores programmatic index — had to use st.switch_page() pattern (same as working inbox→detail nav) to reliably redirect between pages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Learned how to combine Streamlit single-page app navigation patterns and </a:t>
                      </a:r>
                      <a:r>
                        <a:rPr b="1" lang="en-US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session state management </a:t>
                      </a:r>
                      <a:r>
                        <a:rPr lang="en-US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for reliable page switching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pSp>
        <p:nvGrpSpPr>
          <p:cNvPr id="103" name="Google Shape;103;p13"/>
          <p:cNvGrpSpPr/>
          <p:nvPr/>
        </p:nvGrpSpPr>
        <p:grpSpPr>
          <a:xfrm flipH="1" rot="10800000">
            <a:off x="393679" y="542096"/>
            <a:ext cx="4372118" cy="50225"/>
            <a:chOff x="550708" y="1239152"/>
            <a:chExt cx="3183890" cy="36586"/>
          </a:xfrm>
        </p:grpSpPr>
        <p:sp>
          <p:nvSpPr>
            <p:cNvPr id="104" name="Google Shape;104;p13"/>
            <p:cNvSpPr/>
            <p:nvPr/>
          </p:nvSpPr>
          <p:spPr>
            <a:xfrm>
              <a:off x="551014" y="1239152"/>
              <a:ext cx="3183254" cy="35559"/>
            </a:xfrm>
            <a:custGeom>
              <a:rect b="b" l="l" r="r" t="t"/>
              <a:pathLst>
                <a:path extrusionOk="0" h="35559" w="3183254">
                  <a:moveTo>
                    <a:pt x="1941736" y="22141"/>
                  </a:moveTo>
                  <a:lnTo>
                    <a:pt x="1545110" y="22141"/>
                  </a:lnTo>
                  <a:lnTo>
                    <a:pt x="1584910" y="21235"/>
                  </a:lnTo>
                  <a:lnTo>
                    <a:pt x="1636105" y="18472"/>
                  </a:lnTo>
                  <a:lnTo>
                    <a:pt x="1731416" y="9396"/>
                  </a:lnTo>
                  <a:lnTo>
                    <a:pt x="1779324" y="5899"/>
                  </a:lnTo>
                  <a:lnTo>
                    <a:pt x="1829843" y="3257"/>
                  </a:lnTo>
                  <a:lnTo>
                    <a:pt x="1882268" y="1423"/>
                  </a:lnTo>
                  <a:lnTo>
                    <a:pt x="1937581" y="319"/>
                  </a:lnTo>
                  <a:lnTo>
                    <a:pt x="1990010" y="0"/>
                  </a:lnTo>
                  <a:lnTo>
                    <a:pt x="2043916" y="319"/>
                  </a:lnTo>
                  <a:lnTo>
                    <a:pt x="2096903" y="1264"/>
                  </a:lnTo>
                  <a:lnTo>
                    <a:pt x="2148266" y="2791"/>
                  </a:lnTo>
                  <a:lnTo>
                    <a:pt x="2195663" y="4783"/>
                  </a:lnTo>
                  <a:lnTo>
                    <a:pt x="2196059" y="4783"/>
                  </a:lnTo>
                  <a:lnTo>
                    <a:pt x="2243298" y="7404"/>
                  </a:lnTo>
                  <a:lnTo>
                    <a:pt x="2285555" y="10399"/>
                  </a:lnTo>
                  <a:lnTo>
                    <a:pt x="2353305" y="16261"/>
                  </a:lnTo>
                  <a:lnTo>
                    <a:pt x="2371355" y="17261"/>
                  </a:lnTo>
                  <a:lnTo>
                    <a:pt x="2136251" y="17261"/>
                  </a:lnTo>
                  <a:lnTo>
                    <a:pt x="2083979" y="17642"/>
                  </a:lnTo>
                  <a:lnTo>
                    <a:pt x="2020227" y="18939"/>
                  </a:lnTo>
                  <a:lnTo>
                    <a:pt x="2024199" y="18939"/>
                  </a:lnTo>
                  <a:lnTo>
                    <a:pt x="1981328" y="20386"/>
                  </a:lnTo>
                  <a:lnTo>
                    <a:pt x="1978963" y="20386"/>
                  </a:lnTo>
                  <a:lnTo>
                    <a:pt x="1941736" y="22141"/>
                  </a:lnTo>
                  <a:close/>
                </a:path>
                <a:path extrusionOk="0" h="35559" w="3183254">
                  <a:moveTo>
                    <a:pt x="0" y="27509"/>
                  </a:moveTo>
                  <a:lnTo>
                    <a:pt x="0" y="13793"/>
                  </a:lnTo>
                  <a:lnTo>
                    <a:pt x="125741" y="6751"/>
                  </a:lnTo>
                  <a:lnTo>
                    <a:pt x="236075" y="1964"/>
                  </a:lnTo>
                  <a:lnTo>
                    <a:pt x="287022" y="651"/>
                  </a:lnTo>
                  <a:lnTo>
                    <a:pt x="335987" y="182"/>
                  </a:lnTo>
                  <a:lnTo>
                    <a:pt x="383410" y="651"/>
                  </a:lnTo>
                  <a:lnTo>
                    <a:pt x="430462" y="2155"/>
                  </a:lnTo>
                  <a:lnTo>
                    <a:pt x="477218" y="4783"/>
                  </a:lnTo>
                  <a:lnTo>
                    <a:pt x="524484" y="8631"/>
                  </a:lnTo>
                  <a:lnTo>
                    <a:pt x="619559" y="18472"/>
                  </a:lnTo>
                  <a:lnTo>
                    <a:pt x="618373" y="18472"/>
                  </a:lnTo>
                  <a:lnTo>
                    <a:pt x="668730" y="21772"/>
                  </a:lnTo>
                  <a:lnTo>
                    <a:pt x="667379" y="21772"/>
                  </a:lnTo>
                  <a:lnTo>
                    <a:pt x="677841" y="22141"/>
                  </a:lnTo>
                  <a:lnTo>
                    <a:pt x="70643" y="22141"/>
                  </a:lnTo>
                  <a:lnTo>
                    <a:pt x="28449" y="24048"/>
                  </a:lnTo>
                  <a:lnTo>
                    <a:pt x="32384" y="24048"/>
                  </a:lnTo>
                  <a:lnTo>
                    <a:pt x="0" y="27509"/>
                  </a:lnTo>
                  <a:close/>
                </a:path>
                <a:path extrusionOk="0" h="35559" w="3183254">
                  <a:moveTo>
                    <a:pt x="1371977" y="19489"/>
                  </a:moveTo>
                  <a:lnTo>
                    <a:pt x="939312" y="19489"/>
                  </a:lnTo>
                  <a:lnTo>
                    <a:pt x="1062151" y="14973"/>
                  </a:lnTo>
                  <a:lnTo>
                    <a:pt x="1113941" y="13793"/>
                  </a:lnTo>
                  <a:lnTo>
                    <a:pt x="1166367" y="13571"/>
                  </a:lnTo>
                  <a:lnTo>
                    <a:pt x="1218927" y="14374"/>
                  </a:lnTo>
                  <a:lnTo>
                    <a:pt x="1371977" y="19489"/>
                  </a:lnTo>
                  <a:close/>
                </a:path>
                <a:path extrusionOk="0" h="35559" w="3183254">
                  <a:moveTo>
                    <a:pt x="3182690" y="27509"/>
                  </a:moveTo>
                  <a:lnTo>
                    <a:pt x="3144923" y="23271"/>
                  </a:lnTo>
                  <a:lnTo>
                    <a:pt x="3102401" y="20386"/>
                  </a:lnTo>
                  <a:lnTo>
                    <a:pt x="3100749" y="20386"/>
                  </a:lnTo>
                  <a:lnTo>
                    <a:pt x="3058914" y="18939"/>
                  </a:lnTo>
                  <a:lnTo>
                    <a:pt x="3007222" y="18472"/>
                  </a:lnTo>
                  <a:lnTo>
                    <a:pt x="2925511" y="18472"/>
                  </a:lnTo>
                  <a:lnTo>
                    <a:pt x="3182690" y="13793"/>
                  </a:lnTo>
                  <a:lnTo>
                    <a:pt x="3183037" y="15874"/>
                  </a:lnTo>
                  <a:lnTo>
                    <a:pt x="3182915" y="26050"/>
                  </a:lnTo>
                  <a:lnTo>
                    <a:pt x="3182839" y="26546"/>
                  </a:lnTo>
                  <a:lnTo>
                    <a:pt x="3182785" y="26892"/>
                  </a:lnTo>
                  <a:lnTo>
                    <a:pt x="3182690" y="27509"/>
                  </a:lnTo>
                  <a:close/>
                </a:path>
                <a:path extrusionOk="0" h="35559" w="3183254">
                  <a:moveTo>
                    <a:pt x="2485281" y="21055"/>
                  </a:moveTo>
                  <a:lnTo>
                    <a:pt x="2329676" y="21055"/>
                  </a:lnTo>
                  <a:lnTo>
                    <a:pt x="2228788" y="18221"/>
                  </a:lnTo>
                  <a:lnTo>
                    <a:pt x="2183156" y="17510"/>
                  </a:lnTo>
                  <a:lnTo>
                    <a:pt x="2132604" y="17261"/>
                  </a:lnTo>
                  <a:lnTo>
                    <a:pt x="2371355" y="17261"/>
                  </a:lnTo>
                  <a:lnTo>
                    <a:pt x="2388683" y="18221"/>
                  </a:lnTo>
                  <a:lnTo>
                    <a:pt x="2434000" y="19899"/>
                  </a:lnTo>
                  <a:lnTo>
                    <a:pt x="2436807" y="19899"/>
                  </a:lnTo>
                  <a:lnTo>
                    <a:pt x="2485281" y="21055"/>
                  </a:lnTo>
                  <a:close/>
                </a:path>
                <a:path extrusionOk="0" h="35559" w="3183254">
                  <a:moveTo>
                    <a:pt x="2854997" y="21772"/>
                  </a:moveTo>
                  <a:lnTo>
                    <a:pt x="2630724" y="21772"/>
                  </a:lnTo>
                  <a:lnTo>
                    <a:pt x="2707008" y="21428"/>
                  </a:lnTo>
                  <a:lnTo>
                    <a:pt x="2695957" y="21428"/>
                  </a:lnTo>
                  <a:lnTo>
                    <a:pt x="2863082" y="19489"/>
                  </a:lnTo>
                  <a:lnTo>
                    <a:pt x="2862385" y="19489"/>
                  </a:lnTo>
                  <a:lnTo>
                    <a:pt x="2926400" y="18472"/>
                  </a:lnTo>
                  <a:lnTo>
                    <a:pt x="3023652" y="18472"/>
                  </a:lnTo>
                  <a:lnTo>
                    <a:pt x="2966696" y="18939"/>
                  </a:lnTo>
                  <a:lnTo>
                    <a:pt x="2920322" y="19899"/>
                  </a:lnTo>
                  <a:lnTo>
                    <a:pt x="2919399" y="19899"/>
                  </a:lnTo>
                  <a:lnTo>
                    <a:pt x="2854997" y="21772"/>
                  </a:lnTo>
                  <a:close/>
                </a:path>
                <a:path extrusionOk="0" h="35559" w="3183254">
                  <a:moveTo>
                    <a:pt x="825364" y="23271"/>
                  </a:moveTo>
                  <a:lnTo>
                    <a:pt x="709894" y="23271"/>
                  </a:lnTo>
                  <a:lnTo>
                    <a:pt x="693868" y="22706"/>
                  </a:lnTo>
                  <a:lnTo>
                    <a:pt x="736173" y="21055"/>
                  </a:lnTo>
                  <a:lnTo>
                    <a:pt x="731441" y="21055"/>
                  </a:lnTo>
                  <a:lnTo>
                    <a:pt x="805041" y="19489"/>
                  </a:lnTo>
                  <a:lnTo>
                    <a:pt x="864816" y="19192"/>
                  </a:lnTo>
                  <a:lnTo>
                    <a:pt x="939312" y="19489"/>
                  </a:lnTo>
                  <a:lnTo>
                    <a:pt x="916756" y="20386"/>
                  </a:lnTo>
                  <a:lnTo>
                    <a:pt x="917339" y="20386"/>
                  </a:lnTo>
                  <a:lnTo>
                    <a:pt x="867750" y="22141"/>
                  </a:lnTo>
                  <a:lnTo>
                    <a:pt x="869439" y="22141"/>
                  </a:lnTo>
                  <a:lnTo>
                    <a:pt x="825364" y="23271"/>
                  </a:lnTo>
                  <a:close/>
                </a:path>
                <a:path extrusionOk="0" h="35559" w="3183254">
                  <a:moveTo>
                    <a:pt x="1236560" y="29258"/>
                  </a:moveTo>
                  <a:lnTo>
                    <a:pt x="1196011" y="28713"/>
                  </a:lnTo>
                  <a:lnTo>
                    <a:pt x="1197693" y="28713"/>
                  </a:lnTo>
                  <a:lnTo>
                    <a:pt x="1155736" y="27509"/>
                  </a:lnTo>
                  <a:lnTo>
                    <a:pt x="1156584" y="27509"/>
                  </a:lnTo>
                  <a:lnTo>
                    <a:pt x="1031033" y="22706"/>
                  </a:lnTo>
                  <a:lnTo>
                    <a:pt x="1032218" y="22706"/>
                  </a:lnTo>
                  <a:lnTo>
                    <a:pt x="979691" y="21055"/>
                  </a:lnTo>
                  <a:lnTo>
                    <a:pt x="981883" y="21055"/>
                  </a:lnTo>
                  <a:lnTo>
                    <a:pt x="928995" y="19899"/>
                  </a:lnTo>
                  <a:lnTo>
                    <a:pt x="895916" y="19489"/>
                  </a:lnTo>
                  <a:lnTo>
                    <a:pt x="1371169" y="19489"/>
                  </a:lnTo>
                  <a:lnTo>
                    <a:pt x="1427206" y="21235"/>
                  </a:lnTo>
                  <a:lnTo>
                    <a:pt x="1426062" y="21235"/>
                  </a:lnTo>
                  <a:lnTo>
                    <a:pt x="1472204" y="22141"/>
                  </a:lnTo>
                  <a:lnTo>
                    <a:pt x="1941736" y="22141"/>
                  </a:lnTo>
                  <a:lnTo>
                    <a:pt x="1917755" y="23271"/>
                  </a:lnTo>
                  <a:lnTo>
                    <a:pt x="1916455" y="23271"/>
                  </a:lnTo>
                  <a:lnTo>
                    <a:pt x="1874218" y="25810"/>
                  </a:lnTo>
                  <a:lnTo>
                    <a:pt x="1345800" y="25810"/>
                  </a:lnTo>
                  <a:lnTo>
                    <a:pt x="1271757" y="28913"/>
                  </a:lnTo>
                  <a:lnTo>
                    <a:pt x="1236560" y="29258"/>
                  </a:lnTo>
                  <a:close/>
                </a:path>
                <a:path extrusionOk="0" h="35559" w="3183254">
                  <a:moveTo>
                    <a:pt x="2599306" y="27855"/>
                  </a:moveTo>
                  <a:lnTo>
                    <a:pt x="2546152" y="27509"/>
                  </a:lnTo>
                  <a:lnTo>
                    <a:pt x="2414690" y="24048"/>
                  </a:lnTo>
                  <a:lnTo>
                    <a:pt x="2414171" y="24048"/>
                  </a:lnTo>
                  <a:lnTo>
                    <a:pt x="2328568" y="21055"/>
                  </a:lnTo>
                  <a:lnTo>
                    <a:pt x="2493659" y="21055"/>
                  </a:lnTo>
                  <a:lnTo>
                    <a:pt x="2520374" y="21428"/>
                  </a:lnTo>
                  <a:lnTo>
                    <a:pt x="2518752" y="21428"/>
                  </a:lnTo>
                  <a:lnTo>
                    <a:pt x="2854997" y="21772"/>
                  </a:lnTo>
                  <a:lnTo>
                    <a:pt x="2706703" y="26291"/>
                  </a:lnTo>
                  <a:lnTo>
                    <a:pt x="2652929" y="27380"/>
                  </a:lnTo>
                  <a:lnTo>
                    <a:pt x="2599306" y="27855"/>
                  </a:lnTo>
                  <a:close/>
                </a:path>
                <a:path extrusionOk="0" h="35559" w="3183254">
                  <a:moveTo>
                    <a:pt x="387844" y="34296"/>
                  </a:moveTo>
                  <a:lnTo>
                    <a:pt x="329519" y="33176"/>
                  </a:lnTo>
                  <a:lnTo>
                    <a:pt x="276854" y="31109"/>
                  </a:lnTo>
                  <a:lnTo>
                    <a:pt x="183645" y="25810"/>
                  </a:lnTo>
                  <a:lnTo>
                    <a:pt x="151669" y="24048"/>
                  </a:lnTo>
                  <a:lnTo>
                    <a:pt x="155034" y="24048"/>
                  </a:lnTo>
                  <a:lnTo>
                    <a:pt x="103512" y="22141"/>
                  </a:lnTo>
                  <a:lnTo>
                    <a:pt x="677841" y="22141"/>
                  </a:lnTo>
                  <a:lnTo>
                    <a:pt x="693868" y="22706"/>
                  </a:lnTo>
                  <a:lnTo>
                    <a:pt x="679383" y="23271"/>
                  </a:lnTo>
                  <a:lnTo>
                    <a:pt x="677997" y="23271"/>
                  </a:lnTo>
                  <a:lnTo>
                    <a:pt x="524646" y="31907"/>
                  </a:lnTo>
                  <a:lnTo>
                    <a:pt x="452622" y="34021"/>
                  </a:lnTo>
                  <a:lnTo>
                    <a:pt x="387844" y="34296"/>
                  </a:lnTo>
                  <a:close/>
                </a:path>
                <a:path extrusionOk="0" h="35559" w="3183254">
                  <a:moveTo>
                    <a:pt x="766695" y="24048"/>
                  </a:moveTo>
                  <a:lnTo>
                    <a:pt x="687425" y="23271"/>
                  </a:lnTo>
                  <a:lnTo>
                    <a:pt x="840328" y="23271"/>
                  </a:lnTo>
                  <a:lnTo>
                    <a:pt x="766695" y="24048"/>
                  </a:lnTo>
                  <a:close/>
                </a:path>
                <a:path extrusionOk="0" h="35559" w="3183254">
                  <a:moveTo>
                    <a:pt x="1633754" y="35135"/>
                  </a:moveTo>
                  <a:lnTo>
                    <a:pt x="1579137" y="34465"/>
                  </a:lnTo>
                  <a:lnTo>
                    <a:pt x="1580059" y="34465"/>
                  </a:lnTo>
                  <a:lnTo>
                    <a:pt x="1533795" y="32921"/>
                  </a:lnTo>
                  <a:lnTo>
                    <a:pt x="1416972" y="26892"/>
                  </a:lnTo>
                  <a:lnTo>
                    <a:pt x="1381031" y="25810"/>
                  </a:lnTo>
                  <a:lnTo>
                    <a:pt x="1874218" y="25810"/>
                  </a:lnTo>
                  <a:lnTo>
                    <a:pt x="1764979" y="32060"/>
                  </a:lnTo>
                  <a:lnTo>
                    <a:pt x="1694729" y="34465"/>
                  </a:lnTo>
                  <a:lnTo>
                    <a:pt x="1633754" y="35135"/>
                  </a:lnTo>
                  <a:close/>
                </a:path>
              </a:pathLst>
            </a:custGeom>
            <a:solidFill>
              <a:srgbClr val="C0504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72"/>
            </a:p>
          </p:txBody>
        </p:sp>
        <p:sp>
          <p:nvSpPr>
            <p:cNvPr id="105" name="Google Shape;105;p13"/>
            <p:cNvSpPr/>
            <p:nvPr/>
          </p:nvSpPr>
          <p:spPr>
            <a:xfrm>
              <a:off x="550708" y="1245894"/>
              <a:ext cx="3183890" cy="29844"/>
            </a:xfrm>
            <a:custGeom>
              <a:rect b="b" l="l" r="r" t="t"/>
              <a:pathLst>
                <a:path extrusionOk="0" h="29844" w="3183890">
                  <a:moveTo>
                    <a:pt x="305" y="7051"/>
                  </a:moveTo>
                  <a:lnTo>
                    <a:pt x="57166" y="10801"/>
                  </a:lnTo>
                  <a:lnTo>
                    <a:pt x="111015" y="13223"/>
                  </a:lnTo>
                  <a:lnTo>
                    <a:pt x="162314" y="14507"/>
                  </a:lnTo>
                  <a:lnTo>
                    <a:pt x="211527" y="14847"/>
                  </a:lnTo>
                  <a:lnTo>
                    <a:pt x="259115" y="14434"/>
                  </a:lnTo>
                  <a:lnTo>
                    <a:pt x="305542" y="13459"/>
                  </a:lnTo>
                  <a:lnTo>
                    <a:pt x="351270" y="12116"/>
                  </a:lnTo>
                  <a:lnTo>
                    <a:pt x="396760" y="10595"/>
                  </a:lnTo>
                  <a:lnTo>
                    <a:pt x="442476" y="9089"/>
                  </a:lnTo>
                  <a:lnTo>
                    <a:pt x="488880" y="7789"/>
                  </a:lnTo>
                  <a:lnTo>
                    <a:pt x="536434" y="6889"/>
                  </a:lnTo>
                  <a:lnTo>
                    <a:pt x="585601" y="6578"/>
                  </a:lnTo>
                  <a:lnTo>
                    <a:pt x="636843" y="7051"/>
                  </a:lnTo>
                  <a:lnTo>
                    <a:pt x="687986" y="7883"/>
                  </a:lnTo>
                  <a:lnTo>
                    <a:pt x="736888" y="8535"/>
                  </a:lnTo>
                  <a:lnTo>
                    <a:pt x="784060" y="9016"/>
                  </a:lnTo>
                  <a:lnTo>
                    <a:pt x="830015" y="9339"/>
                  </a:lnTo>
                  <a:lnTo>
                    <a:pt x="875266" y="9515"/>
                  </a:lnTo>
                  <a:lnTo>
                    <a:pt x="920325" y="9557"/>
                  </a:lnTo>
                  <a:lnTo>
                    <a:pt x="965703" y="9475"/>
                  </a:lnTo>
                  <a:lnTo>
                    <a:pt x="1011914" y="9282"/>
                  </a:lnTo>
                  <a:lnTo>
                    <a:pt x="1059469" y="8988"/>
                  </a:lnTo>
                  <a:lnTo>
                    <a:pt x="1108881" y="8607"/>
                  </a:lnTo>
                  <a:lnTo>
                    <a:pt x="1160663" y="8149"/>
                  </a:lnTo>
                  <a:lnTo>
                    <a:pt x="1215325" y="7627"/>
                  </a:lnTo>
                  <a:lnTo>
                    <a:pt x="1273381" y="7051"/>
                  </a:lnTo>
                  <a:lnTo>
                    <a:pt x="1331684" y="6334"/>
                  </a:lnTo>
                  <a:lnTo>
                    <a:pt x="1387002" y="5435"/>
                  </a:lnTo>
                  <a:lnTo>
                    <a:pt x="1439726" y="4436"/>
                  </a:lnTo>
                  <a:lnTo>
                    <a:pt x="1490245" y="3420"/>
                  </a:lnTo>
                  <a:lnTo>
                    <a:pt x="1538948" y="2468"/>
                  </a:lnTo>
                  <a:lnTo>
                    <a:pt x="1586225" y="1663"/>
                  </a:lnTo>
                  <a:lnTo>
                    <a:pt x="1632464" y="1088"/>
                  </a:lnTo>
                  <a:lnTo>
                    <a:pt x="1678055" y="824"/>
                  </a:lnTo>
                  <a:lnTo>
                    <a:pt x="1723388" y="953"/>
                  </a:lnTo>
                  <a:lnTo>
                    <a:pt x="1768852" y="1558"/>
                  </a:lnTo>
                  <a:lnTo>
                    <a:pt x="1814836" y="2721"/>
                  </a:lnTo>
                  <a:lnTo>
                    <a:pt x="1861729" y="4525"/>
                  </a:lnTo>
                  <a:lnTo>
                    <a:pt x="1909920" y="7051"/>
                  </a:lnTo>
                  <a:lnTo>
                    <a:pt x="1965030" y="9584"/>
                  </a:lnTo>
                  <a:lnTo>
                    <a:pt x="2015506" y="10533"/>
                  </a:lnTo>
                  <a:lnTo>
                    <a:pt x="2062691" y="10258"/>
                  </a:lnTo>
                  <a:lnTo>
                    <a:pt x="2107926" y="9117"/>
                  </a:lnTo>
                  <a:lnTo>
                    <a:pt x="2152556" y="7470"/>
                  </a:lnTo>
                  <a:lnTo>
                    <a:pt x="2197923" y="5675"/>
                  </a:lnTo>
                  <a:lnTo>
                    <a:pt x="2245369" y="4091"/>
                  </a:lnTo>
                  <a:lnTo>
                    <a:pt x="2296237" y="3078"/>
                  </a:lnTo>
                  <a:lnTo>
                    <a:pt x="2351871" y="2994"/>
                  </a:lnTo>
                  <a:lnTo>
                    <a:pt x="2413612" y="4199"/>
                  </a:lnTo>
                  <a:lnTo>
                    <a:pt x="2482804" y="7051"/>
                  </a:lnTo>
                  <a:lnTo>
                    <a:pt x="2540177" y="9315"/>
                  </a:lnTo>
                  <a:lnTo>
                    <a:pt x="2596921" y="10301"/>
                  </a:lnTo>
                  <a:lnTo>
                    <a:pt x="2652913" y="10240"/>
                  </a:lnTo>
                  <a:lnTo>
                    <a:pt x="2708024" y="9365"/>
                  </a:lnTo>
                  <a:lnTo>
                    <a:pt x="2762129" y="7908"/>
                  </a:lnTo>
                  <a:lnTo>
                    <a:pt x="2815103" y="6104"/>
                  </a:lnTo>
                  <a:lnTo>
                    <a:pt x="2866818" y="4183"/>
                  </a:lnTo>
                  <a:lnTo>
                    <a:pt x="2917148" y="2380"/>
                  </a:lnTo>
                  <a:lnTo>
                    <a:pt x="2965969" y="926"/>
                  </a:lnTo>
                  <a:lnTo>
                    <a:pt x="3013152" y="55"/>
                  </a:lnTo>
                  <a:lnTo>
                    <a:pt x="3058573" y="0"/>
                  </a:lnTo>
                  <a:lnTo>
                    <a:pt x="3102105" y="992"/>
                  </a:lnTo>
                  <a:lnTo>
                    <a:pt x="3143621" y="3264"/>
                  </a:lnTo>
                  <a:lnTo>
                    <a:pt x="3182996" y="7051"/>
                  </a:lnTo>
                  <a:lnTo>
                    <a:pt x="3183438" y="10438"/>
                  </a:lnTo>
                  <a:lnTo>
                    <a:pt x="3182169" y="16250"/>
                  </a:lnTo>
                  <a:lnTo>
                    <a:pt x="3182996" y="20767"/>
                  </a:lnTo>
                  <a:lnTo>
                    <a:pt x="3122533" y="20575"/>
                  </a:lnTo>
                  <a:lnTo>
                    <a:pt x="3068602" y="20611"/>
                  </a:lnTo>
                  <a:lnTo>
                    <a:pt x="3019583" y="20813"/>
                  </a:lnTo>
                  <a:lnTo>
                    <a:pt x="2973859" y="21116"/>
                  </a:lnTo>
                  <a:lnTo>
                    <a:pt x="2929812" y="21458"/>
                  </a:lnTo>
                  <a:lnTo>
                    <a:pt x="2885823" y="21775"/>
                  </a:lnTo>
                  <a:lnTo>
                    <a:pt x="2840274" y="22004"/>
                  </a:lnTo>
                  <a:lnTo>
                    <a:pt x="2791546" y="22081"/>
                  </a:lnTo>
                  <a:lnTo>
                    <a:pt x="2738023" y="21942"/>
                  </a:lnTo>
                  <a:lnTo>
                    <a:pt x="2678084" y="21526"/>
                  </a:lnTo>
                  <a:lnTo>
                    <a:pt x="2610112" y="20767"/>
                  </a:lnTo>
                  <a:lnTo>
                    <a:pt x="2543486" y="20208"/>
                  </a:lnTo>
                  <a:lnTo>
                    <a:pt x="2487151" y="20312"/>
                  </a:lnTo>
                  <a:lnTo>
                    <a:pt x="2438839" y="20894"/>
                  </a:lnTo>
                  <a:lnTo>
                    <a:pt x="2396282" y="21771"/>
                  </a:lnTo>
                  <a:lnTo>
                    <a:pt x="2357214" y="22760"/>
                  </a:lnTo>
                  <a:lnTo>
                    <a:pt x="2319365" y="23678"/>
                  </a:lnTo>
                  <a:lnTo>
                    <a:pt x="2280469" y="24340"/>
                  </a:lnTo>
                  <a:lnTo>
                    <a:pt x="2238257" y="24563"/>
                  </a:lnTo>
                  <a:lnTo>
                    <a:pt x="2190463" y="24165"/>
                  </a:lnTo>
                  <a:lnTo>
                    <a:pt x="2134818" y="22960"/>
                  </a:lnTo>
                  <a:lnTo>
                    <a:pt x="2069054" y="20767"/>
                  </a:lnTo>
                  <a:lnTo>
                    <a:pt x="2011341" y="19138"/>
                  </a:lnTo>
                  <a:lnTo>
                    <a:pt x="1958681" y="18733"/>
                  </a:lnTo>
                  <a:lnTo>
                    <a:pt x="1910093" y="19292"/>
                  </a:lnTo>
                  <a:lnTo>
                    <a:pt x="1864597" y="20554"/>
                  </a:lnTo>
                  <a:lnTo>
                    <a:pt x="1821213" y="22261"/>
                  </a:lnTo>
                  <a:lnTo>
                    <a:pt x="1778960" y="24152"/>
                  </a:lnTo>
                  <a:lnTo>
                    <a:pt x="1736858" y="25969"/>
                  </a:lnTo>
                  <a:lnTo>
                    <a:pt x="1693926" y="27452"/>
                  </a:lnTo>
                  <a:lnTo>
                    <a:pt x="1649185" y="28341"/>
                  </a:lnTo>
                  <a:lnTo>
                    <a:pt x="1601654" y="28376"/>
                  </a:lnTo>
                  <a:lnTo>
                    <a:pt x="1550352" y="27299"/>
                  </a:lnTo>
                  <a:lnTo>
                    <a:pt x="1494300" y="24849"/>
                  </a:lnTo>
                  <a:lnTo>
                    <a:pt x="1432516" y="20767"/>
                  </a:lnTo>
                  <a:lnTo>
                    <a:pt x="1358493" y="15652"/>
                  </a:lnTo>
                  <a:lnTo>
                    <a:pt x="1289795" y="11995"/>
                  </a:lnTo>
                  <a:lnTo>
                    <a:pt x="1226109" y="9649"/>
                  </a:lnTo>
                  <a:lnTo>
                    <a:pt x="1167124" y="8471"/>
                  </a:lnTo>
                  <a:lnTo>
                    <a:pt x="1112528" y="8316"/>
                  </a:lnTo>
                  <a:lnTo>
                    <a:pt x="1062008" y="9039"/>
                  </a:lnTo>
                  <a:lnTo>
                    <a:pt x="1015253" y="10496"/>
                  </a:lnTo>
                  <a:lnTo>
                    <a:pt x="971949" y="12542"/>
                  </a:lnTo>
                  <a:lnTo>
                    <a:pt x="931786" y="15032"/>
                  </a:lnTo>
                  <a:lnTo>
                    <a:pt x="859632" y="20767"/>
                  </a:lnTo>
                  <a:lnTo>
                    <a:pt x="834250" y="22596"/>
                  </a:lnTo>
                  <a:lnTo>
                    <a:pt x="764031" y="25660"/>
                  </a:lnTo>
                  <a:lnTo>
                    <a:pt x="720626" y="26882"/>
                  </a:lnTo>
                  <a:lnTo>
                    <a:pt x="672645" y="27889"/>
                  </a:lnTo>
                  <a:lnTo>
                    <a:pt x="620802" y="28674"/>
                  </a:lnTo>
                  <a:lnTo>
                    <a:pt x="565814" y="29230"/>
                  </a:lnTo>
                  <a:lnTo>
                    <a:pt x="508395" y="29551"/>
                  </a:lnTo>
                  <a:lnTo>
                    <a:pt x="449262" y="29631"/>
                  </a:lnTo>
                  <a:lnTo>
                    <a:pt x="389129" y="29461"/>
                  </a:lnTo>
                  <a:lnTo>
                    <a:pt x="328712" y="29037"/>
                  </a:lnTo>
                  <a:lnTo>
                    <a:pt x="268726" y="28351"/>
                  </a:lnTo>
                  <a:lnTo>
                    <a:pt x="209887" y="27397"/>
                  </a:lnTo>
                  <a:lnTo>
                    <a:pt x="152910" y="26168"/>
                  </a:lnTo>
                  <a:lnTo>
                    <a:pt x="98511" y="24658"/>
                  </a:lnTo>
                  <a:lnTo>
                    <a:pt x="47404" y="22860"/>
                  </a:lnTo>
                  <a:lnTo>
                    <a:pt x="305" y="20767"/>
                  </a:lnTo>
                  <a:lnTo>
                    <a:pt x="0" y="15658"/>
                  </a:lnTo>
                  <a:lnTo>
                    <a:pt x="790" y="10317"/>
                  </a:lnTo>
                  <a:lnTo>
                    <a:pt x="305" y="7051"/>
                  </a:lnTo>
                  <a:close/>
                </a:path>
              </a:pathLst>
            </a:custGeom>
            <a:noFill/>
            <a:ln cap="flat" cmpd="sng" w="56650">
              <a:solidFill>
                <a:srgbClr val="C050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72"/>
            </a:p>
          </p:txBody>
        </p:sp>
      </p:grpSp>
      <p:pic>
        <p:nvPicPr>
          <p:cNvPr id="106" name="Google Shape;10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14124" y="91923"/>
            <a:ext cx="1215299" cy="592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4"/>
          <p:cNvSpPr txBox="1"/>
          <p:nvPr>
            <p:ph type="title"/>
          </p:nvPr>
        </p:nvSpPr>
        <p:spPr>
          <a:xfrm>
            <a:off x="419025" y="487750"/>
            <a:ext cx="4957800" cy="800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ey Insights &amp; Conclusion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rgbClr val="1F386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12" name="Google Shape;112;p14"/>
          <p:cNvGrpSpPr/>
          <p:nvPr/>
        </p:nvGrpSpPr>
        <p:grpSpPr>
          <a:xfrm>
            <a:off x="476250" y="1333500"/>
            <a:ext cx="4000500" cy="1333500"/>
            <a:chOff x="476250" y="1333500"/>
            <a:chExt cx="4000500" cy="1333500"/>
          </a:xfrm>
        </p:grpSpPr>
        <p:sp>
          <p:nvSpPr>
            <p:cNvPr id="113" name="Google Shape;113;p14"/>
            <p:cNvSpPr/>
            <p:nvPr/>
          </p:nvSpPr>
          <p:spPr>
            <a:xfrm>
              <a:off x="476250" y="1333500"/>
              <a:ext cx="4000500" cy="1333500"/>
            </a:xfrm>
            <a:prstGeom prst="roundRect">
              <a:avLst>
                <a:gd fmla="val 7142" name="adj"/>
              </a:avLst>
            </a:prstGeom>
            <a:solidFill>
              <a:srgbClr val="EBF3FB"/>
            </a:solidFill>
            <a:ln cap="flat" cmpd="sng" w="9525">
              <a:solidFill>
                <a:srgbClr val="2E75B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4"/>
            <p:cNvSpPr txBox="1"/>
            <p:nvPr/>
          </p:nvSpPr>
          <p:spPr>
            <a:xfrm>
              <a:off x="619125" y="1428750"/>
              <a:ext cx="37149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1F386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Model Performance</a:t>
              </a:r>
              <a:endParaRPr b="1" sz="1600">
                <a:solidFill>
                  <a:srgbClr val="1F3864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31750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333333"/>
                </a:buClr>
                <a:buSzPts val="1400"/>
                <a:buFont typeface="Arial"/>
                <a:buChar char="●"/>
              </a:pPr>
              <a:r>
                <a:rPr b="1" lang="en-US">
                  <a:solidFill>
                    <a:srgbClr val="3333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DistilBERT Classifier:</a:t>
              </a:r>
              <a:r>
                <a:rPr lang="en-US">
                  <a:solidFill>
                    <a:srgbClr val="3333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Acc=0.617, Macro F1=0.593, Weighted F1=0.621</a:t>
              </a:r>
              <a:endParaRPr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317500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333333"/>
                </a:buClr>
                <a:buSzPts val="1400"/>
                <a:buFont typeface="Arial"/>
                <a:buChar char="●"/>
              </a:pPr>
              <a:r>
                <a:rPr b="1" lang="en-US">
                  <a:solidFill>
                    <a:srgbClr val="3333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XGBoost Predictor:</a:t>
              </a:r>
              <a:r>
                <a:rPr lang="en-US">
                  <a:solidFill>
                    <a:srgbClr val="3333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Acc=0.558, Macro F1=0.256, Weighted F1=0.553</a:t>
              </a:r>
              <a:endParaRPr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15" name="Google Shape;115;p14"/>
          <p:cNvGrpSpPr/>
          <p:nvPr/>
        </p:nvGrpSpPr>
        <p:grpSpPr>
          <a:xfrm>
            <a:off x="4667250" y="1333500"/>
            <a:ext cx="4000500" cy="1333500"/>
            <a:chOff x="4667250" y="1333500"/>
            <a:chExt cx="4000500" cy="1333500"/>
          </a:xfrm>
        </p:grpSpPr>
        <p:sp>
          <p:nvSpPr>
            <p:cNvPr id="116" name="Google Shape;116;p14"/>
            <p:cNvSpPr/>
            <p:nvPr/>
          </p:nvSpPr>
          <p:spPr>
            <a:xfrm>
              <a:off x="4667250" y="1333500"/>
              <a:ext cx="4000500" cy="1333500"/>
            </a:xfrm>
            <a:prstGeom prst="roundRect">
              <a:avLst>
                <a:gd fmla="val 7142" name="adj"/>
              </a:avLst>
            </a:prstGeom>
            <a:solidFill>
              <a:srgbClr val="EBF3FB"/>
            </a:solidFill>
            <a:ln cap="flat" cmpd="sng" w="9525">
              <a:solidFill>
                <a:srgbClr val="2E75B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4"/>
            <p:cNvSpPr txBox="1"/>
            <p:nvPr/>
          </p:nvSpPr>
          <p:spPr>
            <a:xfrm>
              <a:off x="4810125" y="1428750"/>
              <a:ext cx="37149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1F386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Efficiency Gain</a:t>
              </a:r>
              <a:endParaRPr b="1" sz="1600">
                <a:solidFill>
                  <a:srgbClr val="1F3864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~2-5 seconds</a:t>
              </a:r>
              <a:endParaRPr b="1" sz="24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>
                  <a:solidFill>
                    <a:srgbClr val="3333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per ticket (vs. 15-30 minutes manual triage in active OSS projects)</a:t>
              </a:r>
              <a:endParaRPr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18" name="Google Shape;118;p14"/>
          <p:cNvGrpSpPr/>
          <p:nvPr/>
        </p:nvGrpSpPr>
        <p:grpSpPr>
          <a:xfrm>
            <a:off x="476250" y="2857500"/>
            <a:ext cx="8191500" cy="1333500"/>
            <a:chOff x="476250" y="2857500"/>
            <a:chExt cx="8191500" cy="1333500"/>
          </a:xfrm>
        </p:grpSpPr>
        <p:sp>
          <p:nvSpPr>
            <p:cNvPr id="119" name="Google Shape;119;p14"/>
            <p:cNvSpPr/>
            <p:nvPr/>
          </p:nvSpPr>
          <p:spPr>
            <a:xfrm>
              <a:off x="476250" y="2857500"/>
              <a:ext cx="8191500" cy="1333500"/>
            </a:xfrm>
            <a:prstGeom prst="roundRect">
              <a:avLst>
                <a:gd fmla="val 7142" name="adj"/>
              </a:avLst>
            </a:prstGeom>
            <a:solidFill>
              <a:srgbClr val="F2F2F2"/>
            </a:solidFill>
            <a:ln cap="flat" cmpd="sng" w="9525">
              <a:solidFill>
                <a:srgbClr val="D9D9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4"/>
            <p:cNvSpPr txBox="1"/>
            <p:nvPr/>
          </p:nvSpPr>
          <p:spPr>
            <a:xfrm>
              <a:off x="666750" y="3000375"/>
              <a:ext cx="78105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1F386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End-to-End Automation</a:t>
              </a:r>
              <a:endParaRPr b="1" sz="1600">
                <a:solidFill>
                  <a:srgbClr val="1F3864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-US">
                  <a:solidFill>
                    <a:srgbClr val="3333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 developer's bug report was transformed into a </a:t>
              </a:r>
              <a:r>
                <a:rPr b="1" lang="en-US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fully structured triage result</a:t>
              </a:r>
              <a:r>
                <a:rPr lang="en-US">
                  <a:solidFill>
                    <a:srgbClr val="3333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—including priority, entities, sources, summary, and a draft reply—in a single automated pipeline run.</a:t>
              </a:r>
              <a:endParaRPr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pic>
        <p:nvPicPr>
          <p:cNvPr id="121" name="Google Shape;121;p14"/>
          <p:cNvPicPr preferRelativeResize="0"/>
          <p:nvPr/>
        </p:nvPicPr>
        <p:blipFill rotWithShape="1">
          <a:blip r:embed="rId4">
            <a:alphaModFix/>
          </a:blip>
          <a:srcRect b="0" l="1219" r="1229" t="0"/>
          <a:stretch/>
        </p:blipFill>
        <p:spPr>
          <a:xfrm>
            <a:off x="7703350" y="166675"/>
            <a:ext cx="1143000" cy="571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2" name="Google Shape;122;p14"/>
          <p:cNvGrpSpPr/>
          <p:nvPr/>
        </p:nvGrpSpPr>
        <p:grpSpPr>
          <a:xfrm flipH="1" rot="10800000">
            <a:off x="419029" y="893596"/>
            <a:ext cx="4372118" cy="50225"/>
            <a:chOff x="550708" y="1239152"/>
            <a:chExt cx="3183890" cy="36586"/>
          </a:xfrm>
        </p:grpSpPr>
        <p:sp>
          <p:nvSpPr>
            <p:cNvPr id="123" name="Google Shape;123;p14"/>
            <p:cNvSpPr/>
            <p:nvPr/>
          </p:nvSpPr>
          <p:spPr>
            <a:xfrm>
              <a:off x="551014" y="1239152"/>
              <a:ext cx="3183254" cy="35559"/>
            </a:xfrm>
            <a:custGeom>
              <a:rect b="b" l="l" r="r" t="t"/>
              <a:pathLst>
                <a:path extrusionOk="0" h="35559" w="3183254">
                  <a:moveTo>
                    <a:pt x="1941736" y="22141"/>
                  </a:moveTo>
                  <a:lnTo>
                    <a:pt x="1545110" y="22141"/>
                  </a:lnTo>
                  <a:lnTo>
                    <a:pt x="1584910" y="21235"/>
                  </a:lnTo>
                  <a:lnTo>
                    <a:pt x="1636105" y="18472"/>
                  </a:lnTo>
                  <a:lnTo>
                    <a:pt x="1731416" y="9396"/>
                  </a:lnTo>
                  <a:lnTo>
                    <a:pt x="1779324" y="5899"/>
                  </a:lnTo>
                  <a:lnTo>
                    <a:pt x="1829843" y="3257"/>
                  </a:lnTo>
                  <a:lnTo>
                    <a:pt x="1882268" y="1423"/>
                  </a:lnTo>
                  <a:lnTo>
                    <a:pt x="1937581" y="319"/>
                  </a:lnTo>
                  <a:lnTo>
                    <a:pt x="1990010" y="0"/>
                  </a:lnTo>
                  <a:lnTo>
                    <a:pt x="2043916" y="319"/>
                  </a:lnTo>
                  <a:lnTo>
                    <a:pt x="2096903" y="1264"/>
                  </a:lnTo>
                  <a:lnTo>
                    <a:pt x="2148266" y="2791"/>
                  </a:lnTo>
                  <a:lnTo>
                    <a:pt x="2195663" y="4783"/>
                  </a:lnTo>
                  <a:lnTo>
                    <a:pt x="2196059" y="4783"/>
                  </a:lnTo>
                  <a:lnTo>
                    <a:pt x="2243298" y="7404"/>
                  </a:lnTo>
                  <a:lnTo>
                    <a:pt x="2285555" y="10399"/>
                  </a:lnTo>
                  <a:lnTo>
                    <a:pt x="2353305" y="16261"/>
                  </a:lnTo>
                  <a:lnTo>
                    <a:pt x="2371355" y="17261"/>
                  </a:lnTo>
                  <a:lnTo>
                    <a:pt x="2136251" y="17261"/>
                  </a:lnTo>
                  <a:lnTo>
                    <a:pt x="2083979" y="17642"/>
                  </a:lnTo>
                  <a:lnTo>
                    <a:pt x="2020227" y="18939"/>
                  </a:lnTo>
                  <a:lnTo>
                    <a:pt x="2024199" y="18939"/>
                  </a:lnTo>
                  <a:lnTo>
                    <a:pt x="1981328" y="20386"/>
                  </a:lnTo>
                  <a:lnTo>
                    <a:pt x="1978963" y="20386"/>
                  </a:lnTo>
                  <a:lnTo>
                    <a:pt x="1941736" y="22141"/>
                  </a:lnTo>
                  <a:close/>
                </a:path>
                <a:path extrusionOk="0" h="35559" w="3183254">
                  <a:moveTo>
                    <a:pt x="0" y="27509"/>
                  </a:moveTo>
                  <a:lnTo>
                    <a:pt x="0" y="13793"/>
                  </a:lnTo>
                  <a:lnTo>
                    <a:pt x="125741" y="6751"/>
                  </a:lnTo>
                  <a:lnTo>
                    <a:pt x="236075" y="1964"/>
                  </a:lnTo>
                  <a:lnTo>
                    <a:pt x="287022" y="651"/>
                  </a:lnTo>
                  <a:lnTo>
                    <a:pt x="335987" y="182"/>
                  </a:lnTo>
                  <a:lnTo>
                    <a:pt x="383410" y="651"/>
                  </a:lnTo>
                  <a:lnTo>
                    <a:pt x="430462" y="2155"/>
                  </a:lnTo>
                  <a:lnTo>
                    <a:pt x="477218" y="4783"/>
                  </a:lnTo>
                  <a:lnTo>
                    <a:pt x="524484" y="8631"/>
                  </a:lnTo>
                  <a:lnTo>
                    <a:pt x="619559" y="18472"/>
                  </a:lnTo>
                  <a:lnTo>
                    <a:pt x="618373" y="18472"/>
                  </a:lnTo>
                  <a:lnTo>
                    <a:pt x="668730" y="21772"/>
                  </a:lnTo>
                  <a:lnTo>
                    <a:pt x="667379" y="21772"/>
                  </a:lnTo>
                  <a:lnTo>
                    <a:pt x="677841" y="22141"/>
                  </a:lnTo>
                  <a:lnTo>
                    <a:pt x="70643" y="22141"/>
                  </a:lnTo>
                  <a:lnTo>
                    <a:pt x="28449" y="24048"/>
                  </a:lnTo>
                  <a:lnTo>
                    <a:pt x="32384" y="24048"/>
                  </a:lnTo>
                  <a:lnTo>
                    <a:pt x="0" y="27509"/>
                  </a:lnTo>
                  <a:close/>
                </a:path>
                <a:path extrusionOk="0" h="35559" w="3183254">
                  <a:moveTo>
                    <a:pt x="1371977" y="19489"/>
                  </a:moveTo>
                  <a:lnTo>
                    <a:pt x="939312" y="19489"/>
                  </a:lnTo>
                  <a:lnTo>
                    <a:pt x="1062151" y="14973"/>
                  </a:lnTo>
                  <a:lnTo>
                    <a:pt x="1113941" y="13793"/>
                  </a:lnTo>
                  <a:lnTo>
                    <a:pt x="1166367" y="13571"/>
                  </a:lnTo>
                  <a:lnTo>
                    <a:pt x="1218927" y="14374"/>
                  </a:lnTo>
                  <a:lnTo>
                    <a:pt x="1371977" y="19489"/>
                  </a:lnTo>
                  <a:close/>
                </a:path>
                <a:path extrusionOk="0" h="35559" w="3183254">
                  <a:moveTo>
                    <a:pt x="3182690" y="27509"/>
                  </a:moveTo>
                  <a:lnTo>
                    <a:pt x="3144923" y="23271"/>
                  </a:lnTo>
                  <a:lnTo>
                    <a:pt x="3102401" y="20386"/>
                  </a:lnTo>
                  <a:lnTo>
                    <a:pt x="3100749" y="20386"/>
                  </a:lnTo>
                  <a:lnTo>
                    <a:pt x="3058914" y="18939"/>
                  </a:lnTo>
                  <a:lnTo>
                    <a:pt x="3007222" y="18472"/>
                  </a:lnTo>
                  <a:lnTo>
                    <a:pt x="2925511" y="18472"/>
                  </a:lnTo>
                  <a:lnTo>
                    <a:pt x="3182690" y="13793"/>
                  </a:lnTo>
                  <a:lnTo>
                    <a:pt x="3183037" y="15874"/>
                  </a:lnTo>
                  <a:lnTo>
                    <a:pt x="3182915" y="26050"/>
                  </a:lnTo>
                  <a:lnTo>
                    <a:pt x="3182839" y="26546"/>
                  </a:lnTo>
                  <a:lnTo>
                    <a:pt x="3182785" y="26892"/>
                  </a:lnTo>
                  <a:lnTo>
                    <a:pt x="3182690" y="27509"/>
                  </a:lnTo>
                  <a:close/>
                </a:path>
                <a:path extrusionOk="0" h="35559" w="3183254">
                  <a:moveTo>
                    <a:pt x="2485281" y="21055"/>
                  </a:moveTo>
                  <a:lnTo>
                    <a:pt x="2329676" y="21055"/>
                  </a:lnTo>
                  <a:lnTo>
                    <a:pt x="2228788" y="18221"/>
                  </a:lnTo>
                  <a:lnTo>
                    <a:pt x="2183156" y="17510"/>
                  </a:lnTo>
                  <a:lnTo>
                    <a:pt x="2132604" y="17261"/>
                  </a:lnTo>
                  <a:lnTo>
                    <a:pt x="2371355" y="17261"/>
                  </a:lnTo>
                  <a:lnTo>
                    <a:pt x="2388683" y="18221"/>
                  </a:lnTo>
                  <a:lnTo>
                    <a:pt x="2434000" y="19899"/>
                  </a:lnTo>
                  <a:lnTo>
                    <a:pt x="2436807" y="19899"/>
                  </a:lnTo>
                  <a:lnTo>
                    <a:pt x="2485281" y="21055"/>
                  </a:lnTo>
                  <a:close/>
                </a:path>
                <a:path extrusionOk="0" h="35559" w="3183254">
                  <a:moveTo>
                    <a:pt x="2854997" y="21772"/>
                  </a:moveTo>
                  <a:lnTo>
                    <a:pt x="2630724" y="21772"/>
                  </a:lnTo>
                  <a:lnTo>
                    <a:pt x="2707008" y="21428"/>
                  </a:lnTo>
                  <a:lnTo>
                    <a:pt x="2695957" y="21428"/>
                  </a:lnTo>
                  <a:lnTo>
                    <a:pt x="2863082" y="19489"/>
                  </a:lnTo>
                  <a:lnTo>
                    <a:pt x="2862385" y="19489"/>
                  </a:lnTo>
                  <a:lnTo>
                    <a:pt x="2926400" y="18472"/>
                  </a:lnTo>
                  <a:lnTo>
                    <a:pt x="3023652" y="18472"/>
                  </a:lnTo>
                  <a:lnTo>
                    <a:pt x="2966696" y="18939"/>
                  </a:lnTo>
                  <a:lnTo>
                    <a:pt x="2920322" y="19899"/>
                  </a:lnTo>
                  <a:lnTo>
                    <a:pt x="2919399" y="19899"/>
                  </a:lnTo>
                  <a:lnTo>
                    <a:pt x="2854997" y="21772"/>
                  </a:lnTo>
                  <a:close/>
                </a:path>
                <a:path extrusionOk="0" h="35559" w="3183254">
                  <a:moveTo>
                    <a:pt x="825364" y="23271"/>
                  </a:moveTo>
                  <a:lnTo>
                    <a:pt x="709894" y="23271"/>
                  </a:lnTo>
                  <a:lnTo>
                    <a:pt x="693868" y="22706"/>
                  </a:lnTo>
                  <a:lnTo>
                    <a:pt x="736173" y="21055"/>
                  </a:lnTo>
                  <a:lnTo>
                    <a:pt x="731441" y="21055"/>
                  </a:lnTo>
                  <a:lnTo>
                    <a:pt x="805041" y="19489"/>
                  </a:lnTo>
                  <a:lnTo>
                    <a:pt x="864816" y="19192"/>
                  </a:lnTo>
                  <a:lnTo>
                    <a:pt x="939312" y="19489"/>
                  </a:lnTo>
                  <a:lnTo>
                    <a:pt x="916756" y="20386"/>
                  </a:lnTo>
                  <a:lnTo>
                    <a:pt x="917339" y="20386"/>
                  </a:lnTo>
                  <a:lnTo>
                    <a:pt x="867750" y="22141"/>
                  </a:lnTo>
                  <a:lnTo>
                    <a:pt x="869439" y="22141"/>
                  </a:lnTo>
                  <a:lnTo>
                    <a:pt x="825364" y="23271"/>
                  </a:lnTo>
                  <a:close/>
                </a:path>
                <a:path extrusionOk="0" h="35559" w="3183254">
                  <a:moveTo>
                    <a:pt x="1236560" y="29258"/>
                  </a:moveTo>
                  <a:lnTo>
                    <a:pt x="1196011" y="28713"/>
                  </a:lnTo>
                  <a:lnTo>
                    <a:pt x="1197693" y="28713"/>
                  </a:lnTo>
                  <a:lnTo>
                    <a:pt x="1155736" y="27509"/>
                  </a:lnTo>
                  <a:lnTo>
                    <a:pt x="1156584" y="27509"/>
                  </a:lnTo>
                  <a:lnTo>
                    <a:pt x="1031033" y="22706"/>
                  </a:lnTo>
                  <a:lnTo>
                    <a:pt x="1032218" y="22706"/>
                  </a:lnTo>
                  <a:lnTo>
                    <a:pt x="979691" y="21055"/>
                  </a:lnTo>
                  <a:lnTo>
                    <a:pt x="981883" y="21055"/>
                  </a:lnTo>
                  <a:lnTo>
                    <a:pt x="928995" y="19899"/>
                  </a:lnTo>
                  <a:lnTo>
                    <a:pt x="895916" y="19489"/>
                  </a:lnTo>
                  <a:lnTo>
                    <a:pt x="1371169" y="19489"/>
                  </a:lnTo>
                  <a:lnTo>
                    <a:pt x="1427206" y="21235"/>
                  </a:lnTo>
                  <a:lnTo>
                    <a:pt x="1426062" y="21235"/>
                  </a:lnTo>
                  <a:lnTo>
                    <a:pt x="1472204" y="22141"/>
                  </a:lnTo>
                  <a:lnTo>
                    <a:pt x="1941736" y="22141"/>
                  </a:lnTo>
                  <a:lnTo>
                    <a:pt x="1917755" y="23271"/>
                  </a:lnTo>
                  <a:lnTo>
                    <a:pt x="1916455" y="23271"/>
                  </a:lnTo>
                  <a:lnTo>
                    <a:pt x="1874218" y="25810"/>
                  </a:lnTo>
                  <a:lnTo>
                    <a:pt x="1345800" y="25810"/>
                  </a:lnTo>
                  <a:lnTo>
                    <a:pt x="1271757" y="28913"/>
                  </a:lnTo>
                  <a:lnTo>
                    <a:pt x="1236560" y="29258"/>
                  </a:lnTo>
                  <a:close/>
                </a:path>
                <a:path extrusionOk="0" h="35559" w="3183254">
                  <a:moveTo>
                    <a:pt x="2599306" y="27855"/>
                  </a:moveTo>
                  <a:lnTo>
                    <a:pt x="2546152" y="27509"/>
                  </a:lnTo>
                  <a:lnTo>
                    <a:pt x="2414690" y="24048"/>
                  </a:lnTo>
                  <a:lnTo>
                    <a:pt x="2414171" y="24048"/>
                  </a:lnTo>
                  <a:lnTo>
                    <a:pt x="2328568" y="21055"/>
                  </a:lnTo>
                  <a:lnTo>
                    <a:pt x="2493659" y="21055"/>
                  </a:lnTo>
                  <a:lnTo>
                    <a:pt x="2520374" y="21428"/>
                  </a:lnTo>
                  <a:lnTo>
                    <a:pt x="2518752" y="21428"/>
                  </a:lnTo>
                  <a:lnTo>
                    <a:pt x="2854997" y="21772"/>
                  </a:lnTo>
                  <a:lnTo>
                    <a:pt x="2706703" y="26291"/>
                  </a:lnTo>
                  <a:lnTo>
                    <a:pt x="2652929" y="27380"/>
                  </a:lnTo>
                  <a:lnTo>
                    <a:pt x="2599306" y="27855"/>
                  </a:lnTo>
                  <a:close/>
                </a:path>
                <a:path extrusionOk="0" h="35559" w="3183254">
                  <a:moveTo>
                    <a:pt x="387844" y="34296"/>
                  </a:moveTo>
                  <a:lnTo>
                    <a:pt x="329519" y="33176"/>
                  </a:lnTo>
                  <a:lnTo>
                    <a:pt x="276854" y="31109"/>
                  </a:lnTo>
                  <a:lnTo>
                    <a:pt x="183645" y="25810"/>
                  </a:lnTo>
                  <a:lnTo>
                    <a:pt x="151669" y="24048"/>
                  </a:lnTo>
                  <a:lnTo>
                    <a:pt x="155034" y="24048"/>
                  </a:lnTo>
                  <a:lnTo>
                    <a:pt x="103512" y="22141"/>
                  </a:lnTo>
                  <a:lnTo>
                    <a:pt x="677841" y="22141"/>
                  </a:lnTo>
                  <a:lnTo>
                    <a:pt x="693868" y="22706"/>
                  </a:lnTo>
                  <a:lnTo>
                    <a:pt x="679383" y="23271"/>
                  </a:lnTo>
                  <a:lnTo>
                    <a:pt x="677997" y="23271"/>
                  </a:lnTo>
                  <a:lnTo>
                    <a:pt x="524646" y="31907"/>
                  </a:lnTo>
                  <a:lnTo>
                    <a:pt x="452622" y="34021"/>
                  </a:lnTo>
                  <a:lnTo>
                    <a:pt x="387844" y="34296"/>
                  </a:lnTo>
                  <a:close/>
                </a:path>
                <a:path extrusionOk="0" h="35559" w="3183254">
                  <a:moveTo>
                    <a:pt x="766695" y="24048"/>
                  </a:moveTo>
                  <a:lnTo>
                    <a:pt x="687425" y="23271"/>
                  </a:lnTo>
                  <a:lnTo>
                    <a:pt x="840328" y="23271"/>
                  </a:lnTo>
                  <a:lnTo>
                    <a:pt x="766695" y="24048"/>
                  </a:lnTo>
                  <a:close/>
                </a:path>
                <a:path extrusionOk="0" h="35559" w="3183254">
                  <a:moveTo>
                    <a:pt x="1633754" y="35135"/>
                  </a:moveTo>
                  <a:lnTo>
                    <a:pt x="1579137" y="34465"/>
                  </a:lnTo>
                  <a:lnTo>
                    <a:pt x="1580059" y="34465"/>
                  </a:lnTo>
                  <a:lnTo>
                    <a:pt x="1533795" y="32921"/>
                  </a:lnTo>
                  <a:lnTo>
                    <a:pt x="1416972" y="26892"/>
                  </a:lnTo>
                  <a:lnTo>
                    <a:pt x="1381031" y="25810"/>
                  </a:lnTo>
                  <a:lnTo>
                    <a:pt x="1874218" y="25810"/>
                  </a:lnTo>
                  <a:lnTo>
                    <a:pt x="1764979" y="32060"/>
                  </a:lnTo>
                  <a:lnTo>
                    <a:pt x="1694729" y="34465"/>
                  </a:lnTo>
                  <a:lnTo>
                    <a:pt x="1633754" y="35135"/>
                  </a:lnTo>
                  <a:close/>
                </a:path>
              </a:pathLst>
            </a:custGeom>
            <a:solidFill>
              <a:srgbClr val="C0504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72"/>
            </a:p>
          </p:txBody>
        </p:sp>
        <p:sp>
          <p:nvSpPr>
            <p:cNvPr id="124" name="Google Shape;124;p14"/>
            <p:cNvSpPr/>
            <p:nvPr/>
          </p:nvSpPr>
          <p:spPr>
            <a:xfrm>
              <a:off x="550708" y="1245894"/>
              <a:ext cx="3183890" cy="29844"/>
            </a:xfrm>
            <a:custGeom>
              <a:rect b="b" l="l" r="r" t="t"/>
              <a:pathLst>
                <a:path extrusionOk="0" h="29844" w="3183890">
                  <a:moveTo>
                    <a:pt x="305" y="7051"/>
                  </a:moveTo>
                  <a:lnTo>
                    <a:pt x="57166" y="10801"/>
                  </a:lnTo>
                  <a:lnTo>
                    <a:pt x="111015" y="13223"/>
                  </a:lnTo>
                  <a:lnTo>
                    <a:pt x="162314" y="14507"/>
                  </a:lnTo>
                  <a:lnTo>
                    <a:pt x="211527" y="14847"/>
                  </a:lnTo>
                  <a:lnTo>
                    <a:pt x="259115" y="14434"/>
                  </a:lnTo>
                  <a:lnTo>
                    <a:pt x="305542" y="13459"/>
                  </a:lnTo>
                  <a:lnTo>
                    <a:pt x="351270" y="12116"/>
                  </a:lnTo>
                  <a:lnTo>
                    <a:pt x="396760" y="10595"/>
                  </a:lnTo>
                  <a:lnTo>
                    <a:pt x="442476" y="9089"/>
                  </a:lnTo>
                  <a:lnTo>
                    <a:pt x="488880" y="7789"/>
                  </a:lnTo>
                  <a:lnTo>
                    <a:pt x="536434" y="6889"/>
                  </a:lnTo>
                  <a:lnTo>
                    <a:pt x="585601" y="6578"/>
                  </a:lnTo>
                  <a:lnTo>
                    <a:pt x="636843" y="7051"/>
                  </a:lnTo>
                  <a:lnTo>
                    <a:pt x="687986" y="7883"/>
                  </a:lnTo>
                  <a:lnTo>
                    <a:pt x="736888" y="8535"/>
                  </a:lnTo>
                  <a:lnTo>
                    <a:pt x="784060" y="9016"/>
                  </a:lnTo>
                  <a:lnTo>
                    <a:pt x="830015" y="9339"/>
                  </a:lnTo>
                  <a:lnTo>
                    <a:pt x="875266" y="9515"/>
                  </a:lnTo>
                  <a:lnTo>
                    <a:pt x="920325" y="9557"/>
                  </a:lnTo>
                  <a:lnTo>
                    <a:pt x="965703" y="9475"/>
                  </a:lnTo>
                  <a:lnTo>
                    <a:pt x="1011914" y="9282"/>
                  </a:lnTo>
                  <a:lnTo>
                    <a:pt x="1059469" y="8988"/>
                  </a:lnTo>
                  <a:lnTo>
                    <a:pt x="1108881" y="8607"/>
                  </a:lnTo>
                  <a:lnTo>
                    <a:pt x="1160663" y="8149"/>
                  </a:lnTo>
                  <a:lnTo>
                    <a:pt x="1215325" y="7627"/>
                  </a:lnTo>
                  <a:lnTo>
                    <a:pt x="1273381" y="7051"/>
                  </a:lnTo>
                  <a:lnTo>
                    <a:pt x="1331684" y="6334"/>
                  </a:lnTo>
                  <a:lnTo>
                    <a:pt x="1387002" y="5435"/>
                  </a:lnTo>
                  <a:lnTo>
                    <a:pt x="1439726" y="4436"/>
                  </a:lnTo>
                  <a:lnTo>
                    <a:pt x="1490245" y="3420"/>
                  </a:lnTo>
                  <a:lnTo>
                    <a:pt x="1538948" y="2468"/>
                  </a:lnTo>
                  <a:lnTo>
                    <a:pt x="1586225" y="1663"/>
                  </a:lnTo>
                  <a:lnTo>
                    <a:pt x="1632464" y="1088"/>
                  </a:lnTo>
                  <a:lnTo>
                    <a:pt x="1678055" y="824"/>
                  </a:lnTo>
                  <a:lnTo>
                    <a:pt x="1723388" y="953"/>
                  </a:lnTo>
                  <a:lnTo>
                    <a:pt x="1768852" y="1558"/>
                  </a:lnTo>
                  <a:lnTo>
                    <a:pt x="1814836" y="2721"/>
                  </a:lnTo>
                  <a:lnTo>
                    <a:pt x="1861729" y="4525"/>
                  </a:lnTo>
                  <a:lnTo>
                    <a:pt x="1909920" y="7051"/>
                  </a:lnTo>
                  <a:lnTo>
                    <a:pt x="1965030" y="9584"/>
                  </a:lnTo>
                  <a:lnTo>
                    <a:pt x="2015506" y="10533"/>
                  </a:lnTo>
                  <a:lnTo>
                    <a:pt x="2062691" y="10258"/>
                  </a:lnTo>
                  <a:lnTo>
                    <a:pt x="2107926" y="9117"/>
                  </a:lnTo>
                  <a:lnTo>
                    <a:pt x="2152556" y="7470"/>
                  </a:lnTo>
                  <a:lnTo>
                    <a:pt x="2197923" y="5675"/>
                  </a:lnTo>
                  <a:lnTo>
                    <a:pt x="2245369" y="4091"/>
                  </a:lnTo>
                  <a:lnTo>
                    <a:pt x="2296237" y="3078"/>
                  </a:lnTo>
                  <a:lnTo>
                    <a:pt x="2351871" y="2994"/>
                  </a:lnTo>
                  <a:lnTo>
                    <a:pt x="2413612" y="4199"/>
                  </a:lnTo>
                  <a:lnTo>
                    <a:pt x="2482804" y="7051"/>
                  </a:lnTo>
                  <a:lnTo>
                    <a:pt x="2540177" y="9315"/>
                  </a:lnTo>
                  <a:lnTo>
                    <a:pt x="2596921" y="10301"/>
                  </a:lnTo>
                  <a:lnTo>
                    <a:pt x="2652913" y="10240"/>
                  </a:lnTo>
                  <a:lnTo>
                    <a:pt x="2708024" y="9365"/>
                  </a:lnTo>
                  <a:lnTo>
                    <a:pt x="2762129" y="7908"/>
                  </a:lnTo>
                  <a:lnTo>
                    <a:pt x="2815103" y="6104"/>
                  </a:lnTo>
                  <a:lnTo>
                    <a:pt x="2866818" y="4183"/>
                  </a:lnTo>
                  <a:lnTo>
                    <a:pt x="2917148" y="2380"/>
                  </a:lnTo>
                  <a:lnTo>
                    <a:pt x="2965969" y="926"/>
                  </a:lnTo>
                  <a:lnTo>
                    <a:pt x="3013152" y="55"/>
                  </a:lnTo>
                  <a:lnTo>
                    <a:pt x="3058573" y="0"/>
                  </a:lnTo>
                  <a:lnTo>
                    <a:pt x="3102105" y="992"/>
                  </a:lnTo>
                  <a:lnTo>
                    <a:pt x="3143621" y="3264"/>
                  </a:lnTo>
                  <a:lnTo>
                    <a:pt x="3182996" y="7051"/>
                  </a:lnTo>
                  <a:lnTo>
                    <a:pt x="3183438" y="10438"/>
                  </a:lnTo>
                  <a:lnTo>
                    <a:pt x="3182169" y="16250"/>
                  </a:lnTo>
                  <a:lnTo>
                    <a:pt x="3182996" y="20767"/>
                  </a:lnTo>
                  <a:lnTo>
                    <a:pt x="3122533" y="20575"/>
                  </a:lnTo>
                  <a:lnTo>
                    <a:pt x="3068602" y="20611"/>
                  </a:lnTo>
                  <a:lnTo>
                    <a:pt x="3019583" y="20813"/>
                  </a:lnTo>
                  <a:lnTo>
                    <a:pt x="2973859" y="21116"/>
                  </a:lnTo>
                  <a:lnTo>
                    <a:pt x="2929812" y="21458"/>
                  </a:lnTo>
                  <a:lnTo>
                    <a:pt x="2885823" y="21775"/>
                  </a:lnTo>
                  <a:lnTo>
                    <a:pt x="2840274" y="22004"/>
                  </a:lnTo>
                  <a:lnTo>
                    <a:pt x="2791546" y="22081"/>
                  </a:lnTo>
                  <a:lnTo>
                    <a:pt x="2738023" y="21942"/>
                  </a:lnTo>
                  <a:lnTo>
                    <a:pt x="2678084" y="21526"/>
                  </a:lnTo>
                  <a:lnTo>
                    <a:pt x="2610112" y="20767"/>
                  </a:lnTo>
                  <a:lnTo>
                    <a:pt x="2543486" y="20208"/>
                  </a:lnTo>
                  <a:lnTo>
                    <a:pt x="2487151" y="20312"/>
                  </a:lnTo>
                  <a:lnTo>
                    <a:pt x="2438839" y="20894"/>
                  </a:lnTo>
                  <a:lnTo>
                    <a:pt x="2396282" y="21771"/>
                  </a:lnTo>
                  <a:lnTo>
                    <a:pt x="2357214" y="22760"/>
                  </a:lnTo>
                  <a:lnTo>
                    <a:pt x="2319365" y="23678"/>
                  </a:lnTo>
                  <a:lnTo>
                    <a:pt x="2280469" y="24340"/>
                  </a:lnTo>
                  <a:lnTo>
                    <a:pt x="2238257" y="24563"/>
                  </a:lnTo>
                  <a:lnTo>
                    <a:pt x="2190463" y="24165"/>
                  </a:lnTo>
                  <a:lnTo>
                    <a:pt x="2134818" y="22960"/>
                  </a:lnTo>
                  <a:lnTo>
                    <a:pt x="2069054" y="20767"/>
                  </a:lnTo>
                  <a:lnTo>
                    <a:pt x="2011341" y="19138"/>
                  </a:lnTo>
                  <a:lnTo>
                    <a:pt x="1958681" y="18733"/>
                  </a:lnTo>
                  <a:lnTo>
                    <a:pt x="1910093" y="19292"/>
                  </a:lnTo>
                  <a:lnTo>
                    <a:pt x="1864597" y="20554"/>
                  </a:lnTo>
                  <a:lnTo>
                    <a:pt x="1821213" y="22261"/>
                  </a:lnTo>
                  <a:lnTo>
                    <a:pt x="1778960" y="24152"/>
                  </a:lnTo>
                  <a:lnTo>
                    <a:pt x="1736858" y="25969"/>
                  </a:lnTo>
                  <a:lnTo>
                    <a:pt x="1693926" y="27452"/>
                  </a:lnTo>
                  <a:lnTo>
                    <a:pt x="1649185" y="28341"/>
                  </a:lnTo>
                  <a:lnTo>
                    <a:pt x="1601654" y="28376"/>
                  </a:lnTo>
                  <a:lnTo>
                    <a:pt x="1550352" y="27299"/>
                  </a:lnTo>
                  <a:lnTo>
                    <a:pt x="1494300" y="24849"/>
                  </a:lnTo>
                  <a:lnTo>
                    <a:pt x="1432516" y="20767"/>
                  </a:lnTo>
                  <a:lnTo>
                    <a:pt x="1358493" y="15652"/>
                  </a:lnTo>
                  <a:lnTo>
                    <a:pt x="1289795" y="11995"/>
                  </a:lnTo>
                  <a:lnTo>
                    <a:pt x="1226109" y="9649"/>
                  </a:lnTo>
                  <a:lnTo>
                    <a:pt x="1167124" y="8471"/>
                  </a:lnTo>
                  <a:lnTo>
                    <a:pt x="1112528" y="8316"/>
                  </a:lnTo>
                  <a:lnTo>
                    <a:pt x="1062008" y="9039"/>
                  </a:lnTo>
                  <a:lnTo>
                    <a:pt x="1015253" y="10496"/>
                  </a:lnTo>
                  <a:lnTo>
                    <a:pt x="971949" y="12542"/>
                  </a:lnTo>
                  <a:lnTo>
                    <a:pt x="931786" y="15032"/>
                  </a:lnTo>
                  <a:lnTo>
                    <a:pt x="859632" y="20767"/>
                  </a:lnTo>
                  <a:lnTo>
                    <a:pt x="834250" y="22596"/>
                  </a:lnTo>
                  <a:lnTo>
                    <a:pt x="764031" y="25660"/>
                  </a:lnTo>
                  <a:lnTo>
                    <a:pt x="720626" y="26882"/>
                  </a:lnTo>
                  <a:lnTo>
                    <a:pt x="672645" y="27889"/>
                  </a:lnTo>
                  <a:lnTo>
                    <a:pt x="620802" y="28674"/>
                  </a:lnTo>
                  <a:lnTo>
                    <a:pt x="565814" y="29230"/>
                  </a:lnTo>
                  <a:lnTo>
                    <a:pt x="508395" y="29551"/>
                  </a:lnTo>
                  <a:lnTo>
                    <a:pt x="449262" y="29631"/>
                  </a:lnTo>
                  <a:lnTo>
                    <a:pt x="389129" y="29461"/>
                  </a:lnTo>
                  <a:lnTo>
                    <a:pt x="328712" y="29037"/>
                  </a:lnTo>
                  <a:lnTo>
                    <a:pt x="268726" y="28351"/>
                  </a:lnTo>
                  <a:lnTo>
                    <a:pt x="209887" y="27397"/>
                  </a:lnTo>
                  <a:lnTo>
                    <a:pt x="152910" y="26168"/>
                  </a:lnTo>
                  <a:lnTo>
                    <a:pt x="98511" y="24658"/>
                  </a:lnTo>
                  <a:lnTo>
                    <a:pt x="47404" y="22860"/>
                  </a:lnTo>
                  <a:lnTo>
                    <a:pt x="305" y="20767"/>
                  </a:lnTo>
                  <a:lnTo>
                    <a:pt x="0" y="15658"/>
                  </a:lnTo>
                  <a:lnTo>
                    <a:pt x="790" y="10317"/>
                  </a:lnTo>
                  <a:lnTo>
                    <a:pt x="305" y="7051"/>
                  </a:lnTo>
                  <a:close/>
                </a:path>
              </a:pathLst>
            </a:custGeom>
            <a:noFill/>
            <a:ln cap="flat" cmpd="sng" w="56650">
              <a:solidFill>
                <a:srgbClr val="C050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72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oth boy and girl right" id="130" name="Google Shape;13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